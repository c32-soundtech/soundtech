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1" r:id="rId3"/>
    <p:sldId id="264" r:id="rId4"/>
    <p:sldId id="265" r:id="rId5"/>
    <p:sldId id="266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02" d="100"/>
          <a:sy n="102" d="100"/>
        </p:scale>
        <p:origin x="75" y="5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B34CCF-D9C5-3F3D-F2C4-BF60F5B46C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4608"/>
            <a:ext cx="9144000" cy="2387600"/>
          </a:xfrm>
        </p:spPr>
        <p:txBody>
          <a:bodyPr>
            <a:normAutofit/>
          </a:bodyPr>
          <a:lstStyle/>
          <a:p>
            <a:r>
              <a:rPr lang="zh-CN" altLang="en-US" sz="3600" dirty="0"/>
              <a:t>王宇涵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73D3157-BAC4-23FD-E7CD-7E713B0900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184165"/>
            <a:ext cx="9144000" cy="3118312"/>
          </a:xfrm>
        </p:spPr>
        <p:txBody>
          <a:bodyPr>
            <a:normAutofit/>
          </a:bodyPr>
          <a:lstStyle/>
          <a:p>
            <a:r>
              <a:rPr lang="zh-CN" altLang="en-US" sz="2000" dirty="0"/>
              <a:t>智能体工具类创建</a:t>
            </a:r>
            <a:endParaRPr lang="en-US" altLang="zh-CN" sz="2000" dirty="0"/>
          </a:p>
          <a:p>
            <a:r>
              <a:rPr lang="zh-CN" altLang="en-US" sz="2000" dirty="0"/>
              <a:t>工具类的配置、调用</a:t>
            </a:r>
            <a:endParaRPr lang="en-US" altLang="zh-CN" sz="2000" dirty="0"/>
          </a:p>
          <a:p>
            <a:r>
              <a:rPr lang="zh-CN" altLang="en-US" sz="2000" dirty="0"/>
              <a:t>智能体工具类（夸克搜索）的单元测试</a:t>
            </a:r>
            <a:endParaRPr lang="en-US" altLang="zh-CN" sz="2000" dirty="0"/>
          </a:p>
          <a:p>
            <a:r>
              <a:rPr lang="zh-CN" altLang="en-US" sz="2000" dirty="0"/>
              <a:t>撰写</a:t>
            </a:r>
            <a:r>
              <a:rPr lang="en-US" altLang="zh-CN" sz="2000" dirty="0"/>
              <a:t>CSDN</a:t>
            </a:r>
            <a:r>
              <a:rPr lang="zh-CN" altLang="en-US" sz="2000" dirty="0"/>
              <a:t>博客一篇</a:t>
            </a:r>
            <a:r>
              <a:rPr lang="en-US" altLang="zh-CN" sz="2000" dirty="0"/>
              <a:t>《</a:t>
            </a:r>
            <a:r>
              <a:rPr lang="en-US" altLang="zh-CN" sz="2000" dirty="0" err="1"/>
              <a:t>agentUniverse</a:t>
            </a:r>
            <a:r>
              <a:rPr lang="zh-CN" altLang="en-US" sz="2000" dirty="0"/>
              <a:t>工具类开发指南：实现夸克搜索工具</a:t>
            </a:r>
            <a:r>
              <a:rPr lang="en-US" altLang="zh-CN" sz="2000" dirty="0"/>
              <a:t>》</a:t>
            </a:r>
          </a:p>
          <a:p>
            <a:r>
              <a:rPr lang="zh-CN" altLang="en-US" sz="2000" dirty="0"/>
              <a:t>进度：</a:t>
            </a:r>
            <a:r>
              <a:rPr lang="en-US" altLang="zh-CN" sz="2000" dirty="0"/>
              <a:t>100%</a:t>
            </a:r>
          </a:p>
          <a:p>
            <a:r>
              <a:rPr lang="zh-CN" altLang="en-US" sz="2000" dirty="0"/>
              <a:t>负责</a:t>
            </a:r>
            <a:r>
              <a:rPr lang="en-US" altLang="zh-CN" sz="2000" dirty="0"/>
              <a:t>V2.0.0</a:t>
            </a:r>
            <a:r>
              <a:rPr lang="zh-CN" altLang="en-US" sz="2000" dirty="0"/>
              <a:t>版本的规划，分工，以及成果物整理</a:t>
            </a:r>
            <a:endParaRPr lang="en-US" altLang="zh-CN" sz="2000" dirty="0"/>
          </a:p>
          <a:p>
            <a:r>
              <a:rPr lang="zh-CN" altLang="en-US" sz="2000" dirty="0"/>
              <a:t>进度：</a:t>
            </a:r>
            <a:r>
              <a:rPr lang="en-US" altLang="zh-CN" sz="2000" dirty="0"/>
              <a:t>80%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543344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6B915-92CF-17F1-7F97-4FBC8B74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14F960-DDFF-66FF-A0DC-3351CCF97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工具类创建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6DB108F-D1AC-D4DA-BF24-AFB16ECB0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858" y="555522"/>
            <a:ext cx="4915942" cy="369288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51FB478-FECD-548E-E8CB-EC7AC80338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860"/>
          <a:stretch>
            <a:fillRect/>
          </a:stretch>
        </p:blipFill>
        <p:spPr>
          <a:xfrm>
            <a:off x="6690852" y="4438801"/>
            <a:ext cx="4316360" cy="1961612"/>
          </a:xfrm>
          <a:prstGeom prst="rect">
            <a:avLst/>
          </a:prstGeom>
        </p:spPr>
      </p:pic>
      <p:sp>
        <p:nvSpPr>
          <p:cNvPr id="8" name="内容占位符 2">
            <a:extLst>
              <a:ext uri="{FF2B5EF4-FFF2-40B4-BE49-F238E27FC236}">
                <a16:creationId xmlns:a16="http://schemas.microsoft.com/office/drawing/2014/main" id="{016C2C0E-53DA-7A8E-F8E8-456FB55101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智能体借助工具拓展能力边界、提升专业性，补充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中原本能力的不足。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创建对应的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类对象并继承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基础类 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；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编写工具类对象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方法，编写工具的实际逻辑片段。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</p:spTree>
    <p:extLst>
      <p:ext uri="{BB962C8B-B14F-4D97-AF65-F5344CB8AC3E}">
        <p14:creationId xmlns:p14="http://schemas.microsoft.com/office/powerpoint/2010/main" val="3028437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74BB-0766-D9EF-E664-33CBA915E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28AE8C-A219-0BE1-78F6-C05988A48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工具配置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89000C42-F5EF-5B6B-B7B2-448837855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quark_search_tool.yaml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文件中定义工具的元数据和配置信息。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config.toml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中配置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配置对应的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package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quark_search_tool.yaml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3474991-CBD5-38C9-7F20-4A8AE635F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1903" y="900674"/>
            <a:ext cx="3997302" cy="184990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43C99675-803F-1D7C-3DCD-452D850FB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1903" y="2811045"/>
            <a:ext cx="4126030" cy="229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998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DED1F-82D0-47E9-0233-F51A0E9B6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CA120C-9F65-316E-35DA-7E8228683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智能体工具类（夸克搜索）的单元测试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6F162D29-C8B9-5B32-EA6E-DAFB9E1633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文件中编写单元测试代码，并进行单元测试。（附视频）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测试用例包含中文查询（人工智能发展趋势）、英文查询（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algorithms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）、特殊字符查询（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C++ vs Python 2025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中的部分代码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126A4BD-88ED-FD2C-7160-139FA6951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107" y="119497"/>
            <a:ext cx="4500434" cy="40049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BCAF792D-5906-14B6-1EAC-B033012CC5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417" y="4195753"/>
            <a:ext cx="4830658" cy="254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290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A0EF3-3914-5D07-D973-4A54FD8F2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1445B3-9854-5778-71CA-606646E98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9422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2400" dirty="0"/>
              <a:t>撰写</a:t>
            </a:r>
            <a:r>
              <a:rPr lang="en-US" altLang="zh-CN" sz="2400" dirty="0"/>
              <a:t>CSDN</a:t>
            </a:r>
            <a:r>
              <a:rPr lang="zh-CN" altLang="en-US" sz="2400" dirty="0"/>
              <a:t>博客一篇</a:t>
            </a:r>
            <a:r>
              <a:rPr lang="en-US" altLang="zh-CN" sz="2400" dirty="0"/>
              <a:t>《</a:t>
            </a:r>
            <a:r>
              <a:rPr lang="en-US" altLang="zh-CN" sz="2400" dirty="0" err="1"/>
              <a:t>agentUniverse</a:t>
            </a:r>
            <a:r>
              <a:rPr lang="zh-CN" altLang="en-US" sz="2400" dirty="0"/>
              <a:t>工具类开发指南：实现夸克搜索工具</a:t>
            </a:r>
            <a:r>
              <a:rPr lang="en-US" altLang="zh-CN" sz="2400" dirty="0"/>
              <a:t>》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6742288-759E-54F8-9BF4-5ADDE0417F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86" t="5850" r="3588"/>
          <a:stretch>
            <a:fillRect/>
          </a:stretch>
        </p:blipFill>
        <p:spPr>
          <a:xfrm>
            <a:off x="1482036" y="1355105"/>
            <a:ext cx="9021448" cy="5055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762335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701</TotalTime>
  <Words>271</Words>
  <Application>Microsoft Office PowerPoint</Application>
  <PresentationFormat>宽屏</PresentationFormat>
  <Paragraphs>28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Arial</vt:lpstr>
      <vt:lpstr>Calibri</vt:lpstr>
      <vt:lpstr>Times New Roman</vt:lpstr>
      <vt:lpstr>WPS</vt:lpstr>
      <vt:lpstr>王宇涵</vt:lpstr>
      <vt:lpstr>工具类创建</vt:lpstr>
      <vt:lpstr>工具配置</vt:lpstr>
      <vt:lpstr>智能体工具类（夸克搜索）的单元测试</vt:lpstr>
      <vt:lpstr>撰写CSDN博客一篇《agentUniverse工具类开发指南：实现夸克搜索工具》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王宇涵</dc:creator>
  <cp:lastModifiedBy>宇涵 王</cp:lastModifiedBy>
  <cp:revision>133</cp:revision>
  <dcterms:created xsi:type="dcterms:W3CDTF">2023-08-09T12:44:00Z</dcterms:created>
  <dcterms:modified xsi:type="dcterms:W3CDTF">2025-11-13T03:38:00Z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  <property fmtid="{D5CDD505-2E9C-101B-9397-08002B2CF9AE}" pid="3" name="ICV">
    <vt:lpwstr>0FFB374EF87741258E9EC42A4DEF22FC_13</vt:lpwstr>
  </property>
</Properties>
</file>