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61" r:id="rId3"/>
    <p:sldId id="264" r:id="rId4"/>
    <p:sldId id="265" r:id="rId5"/>
    <p:sldId id="266" r:id="rId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02" d="100"/>
          <a:sy n="102" d="100"/>
        </p:scale>
        <p:origin x="75" y="51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2025/10/30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2025/10/30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2025/10/30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2025/10/30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2025/10/30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2025/10/30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2025/10/30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2025/10/30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2025/10/30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2025/10/30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2025/10/30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  <a:t>2025/10/30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AB34CCF-D9C5-3F3D-F2C4-BF60F5B46C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04608"/>
            <a:ext cx="9144000" cy="2387600"/>
          </a:xfrm>
        </p:spPr>
        <p:txBody>
          <a:bodyPr>
            <a:normAutofit/>
          </a:bodyPr>
          <a:lstStyle/>
          <a:p>
            <a:r>
              <a:rPr lang="zh-CN" altLang="en-US" sz="3600" dirty="0"/>
              <a:t>王宇涵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973D3157-BAC4-23FD-E7CD-7E713B0900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184166"/>
            <a:ext cx="9144000" cy="1655762"/>
          </a:xfrm>
        </p:spPr>
        <p:txBody>
          <a:bodyPr>
            <a:normAutofit/>
          </a:bodyPr>
          <a:lstStyle/>
          <a:p>
            <a:r>
              <a:rPr lang="zh-CN" altLang="en-US" sz="2000" dirty="0"/>
              <a:t>智能体工具类创建</a:t>
            </a:r>
            <a:endParaRPr lang="en-US" altLang="zh-CN" sz="2000" dirty="0"/>
          </a:p>
          <a:p>
            <a:r>
              <a:rPr lang="zh-CN" altLang="en-US" sz="2000" dirty="0"/>
              <a:t>工具类的配置、调用</a:t>
            </a:r>
            <a:endParaRPr lang="en-US" altLang="zh-CN" sz="2000" dirty="0"/>
          </a:p>
          <a:p>
            <a:r>
              <a:rPr lang="zh-CN" altLang="en-US" sz="2000" dirty="0"/>
              <a:t>智能体工具类（夸克搜索）的单元测试</a:t>
            </a:r>
            <a:endParaRPr lang="en-US" altLang="zh-CN" sz="2000" dirty="0"/>
          </a:p>
          <a:p>
            <a:r>
              <a:rPr lang="zh-CN" altLang="en-US" sz="2000" dirty="0"/>
              <a:t>撰写</a:t>
            </a:r>
            <a:r>
              <a:rPr lang="en-US" altLang="zh-CN" sz="2000" dirty="0"/>
              <a:t>CSDN</a:t>
            </a:r>
            <a:r>
              <a:rPr lang="zh-CN" altLang="en-US" sz="2000" dirty="0"/>
              <a:t>博客一篇</a:t>
            </a:r>
            <a:r>
              <a:rPr lang="en-US" altLang="zh-CN" sz="2000" dirty="0"/>
              <a:t>《</a:t>
            </a:r>
            <a:r>
              <a:rPr lang="en-US" altLang="zh-CN" sz="2000" dirty="0" err="1"/>
              <a:t>agentUniverse</a:t>
            </a:r>
            <a:r>
              <a:rPr lang="zh-CN" altLang="en-US" sz="2000" dirty="0"/>
              <a:t>工具类开发指南：实现夸克搜索工具</a:t>
            </a:r>
            <a:r>
              <a:rPr lang="en-US" altLang="zh-CN" sz="2000" dirty="0"/>
              <a:t>》</a:t>
            </a:r>
            <a:endParaRPr lang="zh-CN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5433442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6B915-92CF-17F1-7F97-4FBC8B745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614F960-DDFF-66FF-A0DC-3351CCF97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sz="2400" dirty="0"/>
              <a:t>工具类创建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06DB108F-D1AC-D4DA-BF24-AFB16ECB0F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7858" y="555522"/>
            <a:ext cx="4915942" cy="3692882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C51FB478-FECD-548E-E8CB-EC7AC80338E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4860"/>
          <a:stretch>
            <a:fillRect/>
          </a:stretch>
        </p:blipFill>
        <p:spPr>
          <a:xfrm>
            <a:off x="6690852" y="4438801"/>
            <a:ext cx="4316360" cy="1961612"/>
          </a:xfrm>
          <a:prstGeom prst="rect">
            <a:avLst/>
          </a:prstGeom>
        </p:spPr>
      </p:pic>
      <p:sp>
        <p:nvSpPr>
          <p:cNvPr id="8" name="内容占位符 2">
            <a:extLst>
              <a:ext uri="{FF2B5EF4-FFF2-40B4-BE49-F238E27FC236}">
                <a16:creationId xmlns:a16="http://schemas.microsoft.com/office/drawing/2014/main" id="{016C2C0E-53DA-7A8E-F8E8-456FB55101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09271" cy="4351338"/>
          </a:xfrm>
        </p:spPr>
        <p:txBody>
          <a:bodyPr>
            <a:normAutofit/>
          </a:bodyPr>
          <a:lstStyle/>
          <a:p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智能体借助工具拓展能力边界、提升专业性，补充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LLM</a:t>
            </a:r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中原本能力的不足。</a:t>
            </a:r>
            <a:endParaRPr lang="en-US" altLang="zh-C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创建对应的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</a:t>
            </a:r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类对象并继承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</a:t>
            </a:r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基础类 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</a:t>
            </a:r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；</a:t>
            </a:r>
            <a:endParaRPr lang="en-US" altLang="zh-C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编写工具类对象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execute</a:t>
            </a:r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方法，编写工具的实际逻辑片段。</a:t>
            </a:r>
            <a:endParaRPr lang="en-US" altLang="zh-C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altLang="zh-C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成果物：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quark_search_tool.py</a:t>
            </a:r>
          </a:p>
          <a:p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完成进度：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100%</a:t>
            </a:r>
          </a:p>
        </p:txBody>
      </p:sp>
    </p:spTree>
    <p:extLst>
      <p:ext uri="{BB962C8B-B14F-4D97-AF65-F5344CB8AC3E}">
        <p14:creationId xmlns:p14="http://schemas.microsoft.com/office/powerpoint/2010/main" val="30284372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A74BB-0766-D9EF-E664-33CBA915EB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C28AE8C-A219-0BE1-78F6-C05988A489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sz="2400" dirty="0"/>
              <a:t>工具配置</a:t>
            </a:r>
          </a:p>
        </p:txBody>
      </p:sp>
      <p:sp>
        <p:nvSpPr>
          <p:cNvPr id="8" name="内容占位符 2">
            <a:extLst>
              <a:ext uri="{FF2B5EF4-FFF2-40B4-BE49-F238E27FC236}">
                <a16:creationId xmlns:a16="http://schemas.microsoft.com/office/drawing/2014/main" id="{89000C42-F5EF-5B6B-B7B2-4488378556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09271" cy="4351338"/>
          </a:xfrm>
        </p:spPr>
        <p:txBody>
          <a:bodyPr>
            <a:normAutofit/>
          </a:bodyPr>
          <a:lstStyle/>
          <a:p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在</a:t>
            </a:r>
            <a:r>
              <a:rPr lang="en-US" altLang="zh-CN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quark_search_tool.yaml</a:t>
            </a:r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文件中定义工具的元数据和配置信息。</a:t>
            </a:r>
            <a:endParaRPr lang="en-US" altLang="zh-C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在</a:t>
            </a:r>
            <a:r>
              <a:rPr lang="en-US" altLang="zh-CN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config.toml</a:t>
            </a:r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中配置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</a:t>
            </a:r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配置对应的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package</a:t>
            </a:r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。</a:t>
            </a:r>
            <a:endParaRPr lang="en-US" altLang="zh-C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altLang="zh-C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成果物：</a:t>
            </a:r>
            <a:r>
              <a:rPr lang="en-US" altLang="zh-CN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quark_search_tool.yaml</a:t>
            </a:r>
            <a:endParaRPr lang="en-US" altLang="zh-C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完成进度：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100%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A3474991-CBD5-38C9-7F20-4A8AE635FB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1903" y="900674"/>
            <a:ext cx="3997302" cy="1849902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43C99675-803F-1D7C-3DCD-452D850FB2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1903" y="2811045"/>
            <a:ext cx="4126030" cy="229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89983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0DED1F-82D0-47E9-0233-F51A0E9B6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4CA120C-9F65-316E-35DA-7E82286836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sz="2400" dirty="0"/>
              <a:t>智能体工具类（夸克搜索）的单元测试</a:t>
            </a:r>
          </a:p>
        </p:txBody>
      </p:sp>
      <p:sp>
        <p:nvSpPr>
          <p:cNvPr id="8" name="内容占位符 2">
            <a:extLst>
              <a:ext uri="{FF2B5EF4-FFF2-40B4-BE49-F238E27FC236}">
                <a16:creationId xmlns:a16="http://schemas.microsoft.com/office/drawing/2014/main" id="{6F162D29-C8B9-5B32-EA6E-DAFB9E1633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09271" cy="4351338"/>
          </a:xfrm>
        </p:spPr>
        <p:txBody>
          <a:bodyPr>
            <a:normAutofit/>
          </a:bodyPr>
          <a:lstStyle/>
          <a:p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在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quark_search_tool.py</a:t>
            </a:r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文件中编写单元测试代码，并进行单元测试。（附视频）</a:t>
            </a:r>
            <a:endParaRPr lang="en-US" altLang="zh-C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测试用例包含中文查询（人工智能发展趋势）、英文查询（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 learning algorithms</a:t>
            </a:r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）、特殊字符查询（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C++ vs Python 2025</a:t>
            </a:r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）。</a:t>
            </a:r>
            <a:endParaRPr lang="en-US" altLang="zh-C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altLang="zh-C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成果物：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quark_search_tool.py</a:t>
            </a:r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中的部分代码</a:t>
            </a:r>
            <a:endParaRPr lang="en-US" altLang="zh-C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完成进度：</a:t>
            </a:r>
            <a:r>
              <a:rPr lang="en-US" altLang="zh-C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100%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9126A4BD-88ED-FD2C-7160-139FA69518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0107" y="119497"/>
            <a:ext cx="4500434" cy="4004928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BCAF792D-5906-14B6-1EAC-B033012CC5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9417" y="4195753"/>
            <a:ext cx="4830658" cy="2542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62907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AA0EF3-3914-5D07-D973-4A54FD8F2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81445B3-9854-5778-71CA-606646E981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9422"/>
            <a:ext cx="10515600" cy="1325563"/>
          </a:xfrm>
        </p:spPr>
        <p:txBody>
          <a:bodyPr>
            <a:normAutofit/>
          </a:bodyPr>
          <a:lstStyle/>
          <a:p>
            <a:r>
              <a:rPr lang="zh-CN" altLang="en-US" sz="2400" dirty="0"/>
              <a:t>撰写</a:t>
            </a:r>
            <a:r>
              <a:rPr lang="en-US" altLang="zh-CN" sz="2400" dirty="0"/>
              <a:t>CSDN</a:t>
            </a:r>
            <a:r>
              <a:rPr lang="zh-CN" altLang="en-US" sz="2400" dirty="0"/>
              <a:t>博客一篇</a:t>
            </a:r>
            <a:r>
              <a:rPr lang="en-US" altLang="zh-CN" sz="2400" dirty="0"/>
              <a:t>《</a:t>
            </a:r>
            <a:r>
              <a:rPr lang="en-US" altLang="zh-CN" sz="2400" dirty="0" err="1"/>
              <a:t>agentUniverse</a:t>
            </a:r>
            <a:r>
              <a:rPr lang="zh-CN" altLang="en-US" sz="2400" dirty="0"/>
              <a:t>工具类开发指南：实现夸克搜索工具</a:t>
            </a:r>
            <a:r>
              <a:rPr lang="en-US" altLang="zh-CN" sz="2400" dirty="0"/>
              <a:t>》</a:t>
            </a: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932FFE76-9421-6BF7-6A45-CF3ED6DFF3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8572" y="1417711"/>
            <a:ext cx="7577798" cy="53261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7762335"/>
      </p:ext>
    </p:extLst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369</TotalTime>
  <Words>252</Words>
  <Application>Microsoft Office PowerPoint</Application>
  <PresentationFormat>宽屏</PresentationFormat>
  <Paragraphs>25</Paragraphs>
  <Slides>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9" baseType="lpstr">
      <vt:lpstr>Arial</vt:lpstr>
      <vt:lpstr>Calibri</vt:lpstr>
      <vt:lpstr>Times New Roman</vt:lpstr>
      <vt:lpstr>WPS</vt:lpstr>
      <vt:lpstr>王宇涵</vt:lpstr>
      <vt:lpstr>工具类创建</vt:lpstr>
      <vt:lpstr>工具配置</vt:lpstr>
      <vt:lpstr>智能体工具类（夸克搜索）的单元测试</vt:lpstr>
      <vt:lpstr>撰写CSDN博客一篇《agentUniverse工具类开发指南：实现夸克搜索工具》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王宇涵</dc:creator>
  <cp:lastModifiedBy>宇涵 王</cp:lastModifiedBy>
  <cp:revision>125</cp:revision>
  <dcterms:created xsi:type="dcterms:W3CDTF">2023-08-09T12:44:00Z</dcterms:created>
  <dcterms:modified xsi:type="dcterms:W3CDTF">2025-10-30T00:57:50Z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2052-12.1.0.21915</vt:lpwstr>
  </property>
  <property fmtid="{D5CDD505-2E9C-101B-9397-08002B2CF9AE}" pid="3" name="ICV">
    <vt:lpwstr>0FFB374EF87741258E9EC42A4DEF22FC_13</vt:lpwstr>
  </property>
</Properties>
</file>