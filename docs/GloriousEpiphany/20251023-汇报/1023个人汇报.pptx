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75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5"/>
            <a:ext cx="9144000" cy="311831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  <a:endParaRPr lang="en-US" altLang="zh-CN" sz="2000" dirty="0"/>
          </a:p>
          <a:p>
            <a:r>
              <a:rPr lang="zh-CN" altLang="en-US" sz="2000" dirty="0"/>
              <a:t>撰写</a:t>
            </a:r>
            <a:r>
              <a:rPr lang="en-US" altLang="zh-CN" sz="2000" dirty="0"/>
              <a:t>CSDN</a:t>
            </a:r>
            <a:r>
              <a:rPr lang="zh-CN" altLang="en-US" sz="2000" dirty="0"/>
              <a:t>博客一篇</a:t>
            </a:r>
            <a:r>
              <a:rPr lang="en-US" altLang="zh-CN" sz="2000" dirty="0"/>
              <a:t>《</a:t>
            </a:r>
            <a:r>
              <a:rPr lang="en-US" altLang="zh-CN" sz="2000" dirty="0" err="1"/>
              <a:t>agentUniverse</a:t>
            </a:r>
            <a:r>
              <a:rPr lang="zh-CN" altLang="en-US" sz="2000" dirty="0"/>
              <a:t>工具类开发指南：实现夸克搜索工具</a:t>
            </a:r>
            <a:r>
              <a:rPr lang="en-US" altLang="zh-CN" sz="2000" dirty="0"/>
              <a:t>》</a:t>
            </a:r>
          </a:p>
          <a:p>
            <a:r>
              <a:rPr lang="zh-CN" altLang="en-US" sz="2000" dirty="0"/>
              <a:t>进度：</a:t>
            </a:r>
            <a:r>
              <a:rPr lang="en-US" altLang="zh-CN" sz="2000" dirty="0"/>
              <a:t>100%</a:t>
            </a:r>
          </a:p>
          <a:p>
            <a:r>
              <a:rPr lang="zh-CN" altLang="en-US" sz="2000" dirty="0"/>
              <a:t>负责</a:t>
            </a:r>
            <a:r>
              <a:rPr lang="en-US" altLang="zh-CN" sz="2000" dirty="0"/>
              <a:t>V2.0.0</a:t>
            </a:r>
            <a:r>
              <a:rPr lang="zh-CN" altLang="en-US" sz="2000" dirty="0"/>
              <a:t>版本的规划，分工，以及成果物整理</a:t>
            </a:r>
            <a:endParaRPr lang="en-US" altLang="zh-CN" sz="2000" dirty="0"/>
          </a:p>
          <a:p>
            <a:r>
              <a:rPr lang="zh-CN" altLang="en-US" sz="2000" dirty="0"/>
              <a:t>进度：</a:t>
            </a:r>
            <a:r>
              <a:rPr lang="en-US" altLang="zh-CN" sz="2000" dirty="0"/>
              <a:t>90%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文件中编写单元测试代码，并进行单元测试。（附视频）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A0EF3-3914-5D07-D973-4A54FD8F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1445B3-9854-5778-71CA-606646E98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9422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撰写</a:t>
            </a:r>
            <a:r>
              <a:rPr lang="en-US" altLang="zh-CN" sz="2400" dirty="0"/>
              <a:t>CSDN</a:t>
            </a:r>
            <a:r>
              <a:rPr lang="zh-CN" altLang="en-US" sz="2400" dirty="0"/>
              <a:t>博客一篇</a:t>
            </a:r>
            <a:r>
              <a:rPr lang="en-US" altLang="zh-CN" sz="2400" dirty="0"/>
              <a:t>《</a:t>
            </a:r>
            <a:r>
              <a:rPr lang="en-US" altLang="zh-CN" sz="2400" dirty="0" err="1"/>
              <a:t>agentUniverse</a:t>
            </a:r>
            <a:r>
              <a:rPr lang="zh-CN" altLang="en-US" sz="2400" dirty="0"/>
              <a:t>工具类开发指南：实现夸克搜索工具</a:t>
            </a:r>
            <a:r>
              <a:rPr lang="en-US" altLang="zh-CN" sz="2400" dirty="0"/>
              <a:t>》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742288-759E-54F8-9BF4-5ADDE041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86" t="5850" r="3588"/>
          <a:stretch>
            <a:fillRect/>
          </a:stretch>
        </p:blipFill>
        <p:spPr>
          <a:xfrm>
            <a:off x="1482036" y="1355105"/>
            <a:ext cx="9021448" cy="505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6233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720</TotalTime>
  <Words>271</Words>
  <Application>Microsoft Office PowerPoint</Application>
  <PresentationFormat>宽屏</PresentationFormat>
  <Paragraphs>28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  <vt:lpstr>撰写CSDN博客一篇《agentUniverse工具类开发指南：实现夸克搜索工具》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134</cp:revision>
  <dcterms:created xsi:type="dcterms:W3CDTF">2023-08-09T12:44:00Z</dcterms:created>
  <dcterms:modified xsi:type="dcterms:W3CDTF">2025-11-13T03:57:37Z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