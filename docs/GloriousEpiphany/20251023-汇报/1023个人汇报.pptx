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5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34CCF-D9C5-3F3D-F2C4-BF60F5B4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608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王宇涵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3D3157-BAC4-23FD-E7CD-7E713B09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4165"/>
            <a:ext cx="9144000" cy="233505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智能体工具类创建</a:t>
            </a:r>
            <a:endParaRPr lang="en-US" altLang="zh-CN" sz="2000" dirty="0"/>
          </a:p>
          <a:p>
            <a:r>
              <a:rPr lang="zh-CN" altLang="en-US" sz="2000" dirty="0"/>
              <a:t>工具类的配置、调用</a:t>
            </a:r>
            <a:endParaRPr lang="en-US" altLang="zh-CN" sz="2000" dirty="0"/>
          </a:p>
          <a:p>
            <a:r>
              <a:rPr lang="zh-CN" altLang="en-US" sz="2000" dirty="0"/>
              <a:t>智能体工具类（夸克搜索）的单元测试</a:t>
            </a:r>
            <a:endParaRPr lang="en-US" altLang="zh-CN" sz="2000" dirty="0"/>
          </a:p>
          <a:p>
            <a:r>
              <a:rPr lang="zh-CN" altLang="en-US" sz="2000" dirty="0"/>
              <a:t>撰写</a:t>
            </a:r>
            <a:r>
              <a:rPr lang="en-US" altLang="zh-CN" sz="2000" dirty="0"/>
              <a:t>CSDN</a:t>
            </a:r>
            <a:r>
              <a:rPr lang="zh-CN" altLang="en-US" sz="2000" dirty="0"/>
              <a:t>博客一篇</a:t>
            </a:r>
            <a:r>
              <a:rPr lang="en-US" altLang="zh-CN" sz="2000" dirty="0"/>
              <a:t>《</a:t>
            </a:r>
            <a:r>
              <a:rPr lang="en-US" altLang="zh-CN" sz="2000" dirty="0" err="1"/>
              <a:t>agentUniverse</a:t>
            </a:r>
            <a:r>
              <a:rPr lang="zh-CN" altLang="en-US" sz="2000" dirty="0"/>
              <a:t>工具类开发指南：实现夸克搜索工具</a:t>
            </a:r>
            <a:r>
              <a:rPr lang="en-US" altLang="zh-CN" sz="2000" dirty="0"/>
              <a:t>》</a:t>
            </a:r>
          </a:p>
          <a:p>
            <a:r>
              <a:rPr lang="zh-CN" altLang="en-US" sz="2000" dirty="0"/>
              <a:t>进度：</a:t>
            </a:r>
            <a:r>
              <a:rPr lang="en-US" altLang="zh-CN" sz="2000" dirty="0"/>
              <a:t>100%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4334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B915-92CF-17F1-7F97-4FBC8B7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4F960-DDFF-66FF-A0DC-3351CCF9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工具类创建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DB108F-D1AC-D4DA-BF24-AFB16ECB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858" y="555522"/>
            <a:ext cx="4915942" cy="36928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1FB478-FECD-548E-E8CB-EC7AC803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60"/>
          <a:stretch>
            <a:fillRect/>
          </a:stretch>
        </p:blipFill>
        <p:spPr>
          <a:xfrm>
            <a:off x="6690852" y="4438801"/>
            <a:ext cx="4316360" cy="1961612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16C2C0E-53DA-7A8E-F8E8-456FB551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智能体借助工具拓展能力边界、提升专业性，补充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中原本能力的不足。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创建对应的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类对象并继承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基础类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编写工具类对象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方法，编写工具的实际逻辑片段。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302843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74BB-0766-D9EF-E664-33CBA915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8AE8C-A219-0BE1-78F6-C05988A4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工具配置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9000C42-F5EF-5B6B-B7B2-448837855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quark_search_tool.yaml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文件中定义工具的元数据和配置信息。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config.toml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中配置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配置对应的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quark_search_tool.yaml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474991-CBD5-38C9-7F20-4A8AE635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903" y="900674"/>
            <a:ext cx="3997302" cy="18499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C99675-803F-1D7C-3DCD-452D850FB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903" y="2811045"/>
            <a:ext cx="4126030" cy="2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9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DED1F-82D0-47E9-0233-F51A0E9B6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A120C-9F65-316E-35DA-7E822868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智能体工具类（夸克搜索）的单元测试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F162D29-C8B9-5B32-EA6E-DAFB9E16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文件中编写单元测试代码，并进行单元测试。（附视频）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测试用例包含中文查询（人工智能发展趋势）、英文查询（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）、特殊字符查询（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vs Python 2025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中的部分代码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26A4BD-88ED-FD2C-7160-139FA695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107" y="119497"/>
            <a:ext cx="4500434" cy="40049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AF792D-5906-14B6-1EAC-B033012CC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417" y="4195753"/>
            <a:ext cx="4830658" cy="254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9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A0EF3-3914-5D07-D973-4A54FD8F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45B3-9854-5778-71CA-606646E9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42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撰写</a:t>
            </a:r>
            <a:r>
              <a:rPr lang="en-US" altLang="zh-CN" sz="2400" dirty="0"/>
              <a:t>CSDN</a:t>
            </a:r>
            <a:r>
              <a:rPr lang="zh-CN" altLang="en-US" sz="2400" dirty="0"/>
              <a:t>博客一篇</a:t>
            </a:r>
            <a:r>
              <a:rPr lang="en-US" altLang="zh-CN" sz="2400" dirty="0"/>
              <a:t>《</a:t>
            </a:r>
            <a:r>
              <a:rPr lang="en-US" altLang="zh-CN" sz="2400" dirty="0" err="1"/>
              <a:t>agentUniverse</a:t>
            </a:r>
            <a:r>
              <a:rPr lang="zh-CN" altLang="en-US" sz="2400" dirty="0"/>
              <a:t>工具类开发指南：实现夸克搜索工具</a:t>
            </a:r>
            <a:r>
              <a:rPr lang="en-US" altLang="zh-CN" sz="2400" dirty="0"/>
              <a:t>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32FFE76-9421-6BF7-6A45-CF3ED6DF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572" y="1417711"/>
            <a:ext cx="7577798" cy="532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6233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256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WPS</vt:lpstr>
      <vt:lpstr>王宇涵</vt:lpstr>
      <vt:lpstr>工具类创建</vt:lpstr>
      <vt:lpstr>工具配置</vt:lpstr>
      <vt:lpstr>智能体工具类（夸克搜索）的单元测试</vt:lpstr>
      <vt:lpstr>撰写CSDN博客一篇《agentUniverse工具类开发指南：实现夸克搜索工具》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王宇涵</dc:creator>
  <cp:lastModifiedBy>宇涵 王</cp:lastModifiedBy>
  <cp:revision>126</cp:revision>
  <dcterms:created xsi:type="dcterms:W3CDTF">2023-08-09T12:44:00Z</dcterms:created>
  <dcterms:modified xsi:type="dcterms:W3CDTF">2025-10-30T03:26:46Z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