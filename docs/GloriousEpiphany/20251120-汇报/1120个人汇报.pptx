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63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75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34CCF-D9C5-3F3D-F2C4-BF60F5B46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4608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王宇涵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3D3157-BAC4-23FD-E7CD-7E713B09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165"/>
            <a:ext cx="9144000" cy="311831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负责</a:t>
            </a:r>
            <a:r>
              <a:rPr lang="en-US" altLang="zh-CN" sz="2000" dirty="0"/>
              <a:t>V2.0.0</a:t>
            </a:r>
            <a:r>
              <a:rPr lang="zh-CN" altLang="en-US" sz="2000" dirty="0"/>
              <a:t>版本的规划，分工，以及成果物整理</a:t>
            </a:r>
            <a:endParaRPr lang="en-US" altLang="zh-CN" sz="2000" dirty="0"/>
          </a:p>
          <a:p>
            <a:r>
              <a:rPr lang="zh-CN" altLang="en-US" sz="2000" dirty="0"/>
              <a:t>进度：</a:t>
            </a:r>
            <a:r>
              <a:rPr lang="en-US" altLang="zh-CN" sz="2000" dirty="0"/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54334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9EB99-379B-20F7-77E4-0CC3FE2B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DD0B9-82E6-C3FC-D4E8-53CB2B63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前几周学习的知识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A1EB9E5F-A1D9-FC22-20FA-3AE6A3C00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云服务器的有关配置与项目部署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购买云服务器后，在服务器上做好系统软件安装、项目上传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随后进行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证书配置，修改配置文件，随后进行数据库初始化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FRP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方案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：配置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来完成部署过程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独立完成整个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部署的过程，在撰写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后，制作好了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镜像并上传至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Hub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6F9312-82F9-0177-74AD-CD12FC2C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4" y="1514169"/>
            <a:ext cx="4227868" cy="10569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C47CBFE-9292-FAE3-B6B6-8D74D04C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531" y="3585569"/>
            <a:ext cx="4963552" cy="196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8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工具类创建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DB108F-D1AC-D4DA-BF24-AFB16ECB0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858" y="555522"/>
            <a:ext cx="4915942" cy="36928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51FB478-FECD-548E-E8CB-EC7AC803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860"/>
          <a:stretch>
            <a:fillRect/>
          </a:stretch>
        </p:blipFill>
        <p:spPr>
          <a:xfrm>
            <a:off x="6690852" y="4438801"/>
            <a:ext cx="4316360" cy="196161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16C2C0E-53DA-7A8E-F8E8-456FB551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271" cy="4351338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智能体借助工具拓展能力边界、提升专业性，补充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中原本能力的不足。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创建对应的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类对象并继承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基础类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编写工具类对象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方法，编写工具的实际逻辑片段。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成果物：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quark_search_tool.py</a:t>
            </a:r>
          </a:p>
          <a:p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完成进度：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347634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B915-92CF-17F1-7F97-4FBC8B7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4F960-DDFF-66FF-A0DC-3351CCF9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后面准备学习的知识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16C2C0E-53DA-7A8E-F8E8-456FB551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79966" cy="435133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V3.0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版本的探索，数字人有关内容的探索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3722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176</Words>
  <Application>Microsoft Office PowerPoint</Application>
  <PresentationFormat>宽屏</PresentationFormat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WPS</vt:lpstr>
      <vt:lpstr>王宇涵</vt:lpstr>
      <vt:lpstr>前几周学习的知识</vt:lpstr>
      <vt:lpstr>工具类创建</vt:lpstr>
      <vt:lpstr>后面准备学习的知识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王宇涵</dc:creator>
  <cp:lastModifiedBy>宇涵 王</cp:lastModifiedBy>
  <cp:revision>161</cp:revision>
  <dcterms:created xsi:type="dcterms:W3CDTF">2023-08-09T12:44:00Z</dcterms:created>
  <dcterms:modified xsi:type="dcterms:W3CDTF">2025-11-20T02:11:01Z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