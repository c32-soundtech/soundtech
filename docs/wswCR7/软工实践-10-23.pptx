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3" r:id="rId3"/>
    <p:sldId id="261" r:id="rId4"/>
    <p:sldId id="262" r:id="rId5"/>
    <p:sldId id="256" r:id="rId6"/>
    <p:sldId id="257" r:id="rId7"/>
    <p:sldId id="258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3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6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5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6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7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420745" y="3045460"/>
            <a:ext cx="720471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配置</a:t>
            </a:r>
            <a:r>
              <a:rPr lang="en-US" altLang="zh-CN" sz="2400"/>
              <a:t>agent</a:t>
            </a:r>
            <a:r>
              <a:rPr lang="zh-CN" altLang="en-US" sz="2400"/>
              <a:t>以及所用的</a:t>
            </a:r>
            <a:r>
              <a:rPr lang="en-US" altLang="zh-CN" sz="2400"/>
              <a:t>llm</a:t>
            </a:r>
            <a:endParaRPr lang="en-US" altLang="zh-CN" sz="2400"/>
          </a:p>
          <a:p>
            <a:r>
              <a:rPr lang="zh-CN" altLang="en-US" sz="2400"/>
              <a:t>对</a:t>
            </a:r>
            <a:r>
              <a:rPr lang="en-US" altLang="zh-CN" sz="2400"/>
              <a:t>llm</a:t>
            </a:r>
            <a:r>
              <a:rPr lang="zh-CN" altLang="en-US" sz="2400"/>
              <a:t>进行连接测试</a:t>
            </a:r>
            <a:endParaRPr lang="zh-CN" altLang="en-US" sz="2400"/>
          </a:p>
        </p:txBody>
      </p:sp>
      <p:sp>
        <p:nvSpPr>
          <p:cNvPr id="5" name="文本框 4"/>
          <p:cNvSpPr txBox="1"/>
          <p:nvPr/>
        </p:nvSpPr>
        <p:spPr>
          <a:xfrm>
            <a:off x="4345305" y="2171065"/>
            <a:ext cx="4064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吴沈炜</a:t>
            </a:r>
            <a:endParaRPr lang="zh-CN" altLang="en-US" sz="3200"/>
          </a:p>
        </p:txBody>
      </p:sp>
      <p:sp>
        <p:nvSpPr>
          <p:cNvPr id="6" name="文本框 5"/>
          <p:cNvSpPr txBox="1"/>
          <p:nvPr/>
        </p:nvSpPr>
        <p:spPr>
          <a:xfrm>
            <a:off x="1419225" y="4039870"/>
            <a:ext cx="969645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成果物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rag_agent.yaml,qwen_flash.yaml,test_qwen_connection.py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进度</a:t>
            </a: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:100%</a:t>
            </a:r>
            <a:r>
              <a:rPr lang="en-US" altLang="zh-CN" sz="2400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 </a:t>
            </a:r>
            <a:endParaRPr lang="en-US" altLang="zh-CN" sz="240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53975"/>
            <a:ext cx="6182360" cy="33528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315" y="532765"/>
            <a:ext cx="7445375" cy="2343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" y="1019810"/>
            <a:ext cx="12192000" cy="49911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15" y="1685290"/>
            <a:ext cx="8643620" cy="25590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15" y="2233295"/>
            <a:ext cx="8322945" cy="31877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20" y="2922270"/>
            <a:ext cx="12192000" cy="3771900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1628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3785"/>
            <a:ext cx="12192000" cy="15240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0" y="101600"/>
            <a:ext cx="53816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rag_agent.yaml:</a:t>
            </a:r>
            <a:r>
              <a:rPr lang="zh-CN" altLang="en-US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定义了智能体的整体行为和功能</a:t>
            </a:r>
            <a:endParaRPr lang="zh-CN" altLang="en-US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93980" y="469900"/>
            <a:ext cx="7504430" cy="381444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</a:pPr>
            <a:r>
              <a:rPr lang="zh-CN" altLang="en-US" sz="1600" b="1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全局设定（</a:t>
            </a:r>
            <a:r>
              <a:rPr lang="en-US" altLang="zh-CN" sz="1600" b="1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Profile</a:t>
            </a:r>
            <a:r>
              <a:rPr lang="zh-CN" altLang="en-US" sz="1600" b="1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该部分是</a:t>
            </a:r>
            <a:r>
              <a:rPr lang="en-US" altLang="zh-CN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Agent</a:t>
            </a:r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的全局设定，包含了</a:t>
            </a:r>
            <a:r>
              <a:rPr lang="en-US" altLang="zh-CN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Agent</a:t>
            </a:r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</a:t>
            </a:r>
            <a:r>
              <a:rPr lang="en-US" altLang="zh-CN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Target</a:t>
            </a:r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Introduction</a:t>
            </a:r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、</a:t>
            </a:r>
            <a:r>
              <a:rPr lang="en-US" altLang="zh-CN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LLM</a:t>
            </a:r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部分。</a:t>
            </a:r>
            <a:endParaRPr lang="zh-CN" altLang="en-US" sz="1600" b="0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</a:pPr>
            <a:r>
              <a:rPr lang="zh-CN" altLang="en-US" sz="1600" b="1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介绍（</a:t>
            </a:r>
            <a:r>
              <a:rPr lang="en-US" altLang="zh-CN" sz="1600" b="1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Introduction</a:t>
            </a:r>
            <a:r>
              <a:rPr lang="zh-CN" altLang="en-US" sz="1600" b="1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对于</a:t>
            </a:r>
            <a:r>
              <a:rPr lang="en-US" altLang="zh-CN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Agent</a:t>
            </a:r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的角色描述</a:t>
            </a:r>
            <a:endParaRPr lang="zh-CN" altLang="en-US" sz="1600" b="0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目标（</a:t>
            </a:r>
            <a:r>
              <a:rPr lang="en-US" altLang="zh-CN" sz="1600" b="1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Target</a:t>
            </a:r>
            <a:r>
              <a:rPr lang="zh-CN" altLang="en-US" sz="1600" b="1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altLang="zh-CN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Agent</a:t>
            </a:r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需要实现的核心目标</a:t>
            </a:r>
            <a:r>
              <a:rPr lang="en-US" altLang="zh-CN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Agent</a:t>
            </a:r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会围绕着这个目标去完成后续一系列的工作</a:t>
            </a:r>
            <a:endParaRPr lang="zh-CN" altLang="en-US" sz="1600" b="0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指令（</a:t>
            </a:r>
            <a:r>
              <a:rPr lang="en-US" altLang="zh-CN" sz="1600" b="1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Instruction</a:t>
            </a:r>
            <a:r>
              <a:rPr lang="zh-CN" altLang="en-US" sz="1600" b="1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包含了对于</a:t>
            </a:r>
            <a:r>
              <a:rPr lang="en-US" altLang="zh-CN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Agent</a:t>
            </a:r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的具体设定，如性格设定、背景知识、行为指导等</a:t>
            </a:r>
            <a:endParaRPr lang="zh-CN" altLang="en-US" sz="1600" b="0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模型（</a:t>
            </a:r>
            <a:r>
              <a:rPr lang="en-US" altLang="zh-CN" sz="1600" b="1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LLM</a:t>
            </a:r>
            <a:r>
              <a:rPr lang="zh-CN" altLang="en-US" sz="1600" b="1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智能体</a:t>
            </a:r>
            <a:r>
              <a:rPr lang="en-US" altLang="zh-CN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(Agent)</a:t>
            </a:r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使用的</a:t>
            </a:r>
            <a:r>
              <a:rPr lang="en-US" altLang="zh-CN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LLM</a:t>
            </a:r>
            <a:r>
              <a:rPr lang="zh-CN" altLang="en-US" sz="1600" b="0" i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 sz="1600" b="0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3310890"/>
            <a:ext cx="6522720" cy="354711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0" y="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qwen_flash.yaml :</a:t>
            </a:r>
            <a:r>
              <a:rPr lang="zh-CN" altLang="en-US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配置所用的</a:t>
            </a:r>
            <a:r>
              <a:rPr lang="en-US" altLang="zh-CN"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</a:rPr>
              <a:t>LLM</a:t>
            </a:r>
            <a:endParaRPr lang="en-US" altLang="zh-CN"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9065" y="436245"/>
            <a:ext cx="6096000" cy="41744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80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名称（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name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模型在系统中的唯一标识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介绍（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description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模型的简要描述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模型名称（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model_name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对应阿里百炼平台中实际调用的模型名称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最大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token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max_tokens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模型单次生成的最大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token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数量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api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密钥（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api_key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sz="1600" b="1" i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阿里云百炼平台的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API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密钥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元数据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metadata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indent="0">
              <a:lnSpc>
                <a:spcPct val="100000"/>
              </a:lnSpc>
              <a:spcBef>
                <a:spcPct val="0"/>
              </a:spcBef>
              <a:spcAft>
                <a:spcPts val="80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指定实现该模型的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Python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模块路径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以及指定具体的实现类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9720" y="436245"/>
            <a:ext cx="5927090" cy="249745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" y="603885"/>
            <a:ext cx="6015355" cy="625411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260" y="392430"/>
            <a:ext cx="5920740" cy="64655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8425" y="4445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rPr>
              <a:t>test_qwen_connection.py</a:t>
            </a:r>
            <a:endParaRPr lang="en-US" altLang="zh-CN" sz="2400"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</Words>
  <Application>WPS 演示</Application>
  <PresentationFormat>宽屏</PresentationFormat>
  <Paragraphs>38</Paragraphs>
  <Slides>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wswCR7</cp:lastModifiedBy>
  <cp:revision>161</cp:revision>
  <dcterms:created xsi:type="dcterms:W3CDTF">2019-06-19T02:08:00Z</dcterms:created>
  <dcterms:modified xsi:type="dcterms:W3CDTF">2025-10-30T01:16:11Z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2052-12.1.0.23125</vt:lpwstr>
  </property>
  <property fmtid="{D5CDD505-2E9C-101B-9397-08002B2CF9AE}" pid="3" name="ICV">
    <vt:lpwstr>D8B57920E5C342D49AA832625CC41993_13</vt:lpwstr>
  </property>
</Properties>
</file>