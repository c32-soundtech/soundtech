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5" r:id="rId5"/>
    <p:sldId id="258" r:id="rId6"/>
    <p:sldId id="259" r:id="rId7"/>
    <p:sldId id="271" r:id="rId8"/>
    <p:sldId id="268" r:id="rId9"/>
    <p:sldId id="260" r:id="rId10"/>
    <p:sldId id="269" r:id="rId11"/>
    <p:sldId id="261" r:id="rId12"/>
    <p:sldId id="273" r:id="rId13"/>
    <p:sldId id="262" r:id="rId14"/>
    <p:sldId id="270" r:id="rId15"/>
    <p:sldId id="274" r:id="rId16"/>
    <p:sldId id="275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3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5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6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94945" y="151130"/>
            <a:ext cx="5956935" cy="3635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/>
              <a:t>目标</a:t>
            </a:r>
            <a:endParaRPr lang="zh-CN" altLang="en-US" sz="2400" b="1"/>
          </a:p>
          <a:p>
            <a:r>
              <a:rPr lang="en-US" altLang="zh-CN" sz="2400"/>
              <a:t>1.</a:t>
            </a:r>
            <a:r>
              <a:rPr lang="zh-CN" altLang="en-US" sz="2400"/>
              <a:t>编写后端代码</a:t>
            </a:r>
            <a:endParaRPr lang="zh-CN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/>
              <a:t>用户登录</a:t>
            </a:r>
            <a:r>
              <a:rPr lang="en-US" altLang="zh-CN" sz="2400"/>
              <a:t>/</a:t>
            </a:r>
            <a:r>
              <a:rPr lang="zh-CN" altLang="en-US" sz="2400"/>
              <a:t>登出</a:t>
            </a:r>
            <a:r>
              <a:rPr lang="en-US" altLang="zh-CN" sz="2400"/>
              <a:t> √</a:t>
            </a:r>
            <a:endParaRPr lang="en-US" altLang="zh-CN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/>
              <a:t>用户注册</a:t>
            </a:r>
            <a:r>
              <a:rPr lang="en-US" altLang="zh-CN" sz="2400"/>
              <a:t>  </a:t>
            </a:r>
            <a:r>
              <a:rPr lang="en-US" altLang="zh-CN" sz="2400">
                <a:sym typeface="+mn-ea"/>
              </a:rPr>
              <a:t>√</a:t>
            </a:r>
            <a:endParaRPr lang="en-US" altLang="zh-CN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/>
              <a:t>答题</a:t>
            </a:r>
            <a:r>
              <a:rPr lang="en-US" altLang="zh-CN" sz="2400"/>
              <a:t>(</a:t>
            </a:r>
            <a:r>
              <a:rPr lang="zh-CN" altLang="en-US" sz="2400"/>
              <a:t>顺序</a:t>
            </a:r>
            <a:r>
              <a:rPr lang="en-US" altLang="zh-CN" sz="2400"/>
              <a:t>/</a:t>
            </a:r>
            <a:r>
              <a:rPr lang="zh-CN" altLang="en-US" sz="2400"/>
              <a:t>乱序</a:t>
            </a:r>
            <a:r>
              <a:rPr lang="en-US" altLang="zh-CN" sz="2400"/>
              <a:t>,</a:t>
            </a:r>
            <a:r>
              <a:rPr lang="zh-CN" altLang="en-US" sz="2400"/>
              <a:t>定时</a:t>
            </a:r>
            <a:r>
              <a:rPr lang="en-US" altLang="zh-CN" sz="2400"/>
              <a:t>/</a:t>
            </a:r>
            <a:r>
              <a:rPr lang="zh-CN" altLang="en-US" sz="2400"/>
              <a:t>定量</a:t>
            </a:r>
            <a:r>
              <a:rPr lang="en-US" altLang="zh-CN" sz="2400"/>
              <a:t>) </a:t>
            </a:r>
            <a:r>
              <a:rPr lang="en-US" altLang="zh-CN" sz="2400">
                <a:sym typeface="+mn-ea"/>
              </a:rPr>
              <a:t>√</a:t>
            </a:r>
            <a:endParaRPr lang="en-US" altLang="zh-CN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/>
              <a:t>搜索题目</a:t>
            </a:r>
            <a:r>
              <a:rPr lang="en-US" altLang="zh-CN" sz="2400"/>
              <a:t>  </a:t>
            </a:r>
            <a:r>
              <a:rPr lang="en-US" altLang="zh-CN" sz="2400">
                <a:sym typeface="+mn-ea"/>
              </a:rPr>
              <a:t>√</a:t>
            </a:r>
            <a:endParaRPr lang="en-US" altLang="zh-CN" sz="240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400"/>
              <a:t>2.</a:t>
            </a:r>
            <a:r>
              <a:rPr lang="zh-CN" altLang="en-US" sz="2400"/>
              <a:t>答题、</a:t>
            </a:r>
            <a:r>
              <a:rPr lang="zh-CN" altLang="en-US" sz="2400"/>
              <a:t>搜索功能测试</a:t>
            </a:r>
            <a:r>
              <a:rPr lang="en-US" altLang="zh-CN" sz="2400"/>
              <a:t> </a:t>
            </a:r>
            <a:r>
              <a:rPr lang="en-US" altLang="zh-CN" sz="2400">
                <a:sym typeface="+mn-ea"/>
              </a:rPr>
              <a:t>√</a:t>
            </a:r>
            <a:endParaRPr lang="en-US" altLang="zh-CN" sz="240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zh-CN" sz="240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08000" y="108000"/>
            <a:ext cx="3190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用户登录</a:t>
            </a:r>
            <a:endParaRPr lang="zh-CN" altLang="en-US" b="1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685" y="685165"/>
            <a:ext cx="4540250" cy="59944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888990" y="685165"/>
            <a:ext cx="9645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流程</a:t>
            </a:r>
            <a:r>
              <a:rPr lang="en-US" altLang="zh-CN" sz="2400"/>
              <a:t>:</a:t>
            </a:r>
            <a:endParaRPr lang="zh-CN" altLang="en-US" sz="24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420" y="1115695"/>
            <a:ext cx="4526280" cy="556387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480" y="555625"/>
            <a:ext cx="4754245" cy="38417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8000" y="108000"/>
            <a:ext cx="4665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用户登出</a:t>
            </a:r>
            <a:endParaRPr lang="zh-CN" altLang="en-US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5215" y="424180"/>
            <a:ext cx="2578100" cy="37592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403340" y="316865"/>
            <a:ext cx="9112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ym typeface="+mn-ea"/>
              </a:rPr>
              <a:t>流程</a:t>
            </a:r>
            <a:r>
              <a:rPr lang="en-US" altLang="zh-CN" sz="2400">
                <a:sym typeface="+mn-ea"/>
              </a:rPr>
              <a:t>:</a:t>
            </a:r>
            <a:endParaRPr lang="en-US" altLang="zh-CN" sz="240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08000" y="108000"/>
            <a:ext cx="2627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用户注册</a:t>
            </a:r>
            <a:endParaRPr lang="zh-CN" altLang="en-US" b="1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" y="480060"/>
            <a:ext cx="4514850" cy="63652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259195" y="295275"/>
            <a:ext cx="9340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流程</a:t>
            </a:r>
            <a:r>
              <a:rPr lang="en-US" altLang="zh-CN" sz="2400"/>
              <a:t>:</a:t>
            </a:r>
            <a:endParaRPr lang="zh-CN" altLang="en-US" sz="24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125" y="831850"/>
            <a:ext cx="5194300" cy="60134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08000" y="10800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ym typeface="+mn-ea"/>
              </a:rPr>
              <a:t>答题</a:t>
            </a:r>
            <a:r>
              <a:rPr lang="en-US" altLang="zh-CN" b="1">
                <a:sym typeface="+mn-ea"/>
              </a:rPr>
              <a:t>(</a:t>
            </a:r>
            <a:r>
              <a:rPr lang="zh-CN" altLang="en-US" b="1">
                <a:sym typeface="+mn-ea"/>
              </a:rPr>
              <a:t>顺序</a:t>
            </a:r>
            <a:r>
              <a:rPr lang="en-US" altLang="zh-CN" b="1">
                <a:sym typeface="+mn-ea"/>
              </a:rPr>
              <a:t>)</a:t>
            </a:r>
            <a:endParaRPr lang="en-US" altLang="zh-CN" b="1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" y="795020"/>
            <a:ext cx="5434965" cy="4645025"/>
          </a:xfrm>
          <a:prstGeom prst="rect">
            <a:avLst/>
          </a:prstGeom>
        </p:spPr>
      </p:pic>
      <p:pic>
        <p:nvPicPr>
          <p:cNvPr id="2" name="图片 1" descr="绘图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410" y="54610"/>
            <a:ext cx="3389630" cy="680339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370320" y="227965"/>
            <a:ext cx="9340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流程</a:t>
            </a:r>
            <a:r>
              <a:rPr lang="en-US" altLang="zh-CN" sz="2400"/>
              <a:t>:</a:t>
            </a:r>
            <a:endParaRPr lang="zh-CN" altLang="en-US" sz="2400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7324090" y="124460"/>
            <a:ext cx="9340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流程</a:t>
            </a:r>
            <a:r>
              <a:rPr lang="en-US" altLang="zh-CN" sz="2400"/>
              <a:t>:</a:t>
            </a:r>
            <a:endParaRPr lang="zh-CN" altLang="en-US" sz="2400"/>
          </a:p>
        </p:txBody>
      </p:sp>
      <p:pic>
        <p:nvPicPr>
          <p:cNvPr id="4" name="图片 3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8175" y="267970"/>
            <a:ext cx="2492375" cy="65900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409180" cy="63423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08000" y="108000"/>
            <a:ext cx="33902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ym typeface="+mn-ea"/>
              </a:rPr>
              <a:t>答题</a:t>
            </a:r>
            <a:r>
              <a:rPr lang="en-US" altLang="zh-CN" b="1">
                <a:sym typeface="+mn-ea"/>
              </a:rPr>
              <a:t>(</a:t>
            </a:r>
            <a:r>
              <a:rPr lang="zh-CN" altLang="en-US" b="1">
                <a:sym typeface="+mn-ea"/>
              </a:rPr>
              <a:t>顺序</a:t>
            </a:r>
            <a:r>
              <a:rPr lang="en-US" altLang="zh-CN" b="1">
                <a:sym typeface="+mn-ea"/>
              </a:rPr>
              <a:t>)-</a:t>
            </a:r>
            <a:r>
              <a:rPr lang="zh-CN" altLang="en-US" b="1">
                <a:sym typeface="+mn-ea"/>
              </a:rPr>
              <a:t>测试用例及代码</a:t>
            </a:r>
            <a:endParaRPr lang="zh-CN" altLang="en-US" b="1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483" t="11327" r="-483" b="-11327"/>
          <a:stretch>
            <a:fillRect/>
          </a:stretch>
        </p:blipFill>
        <p:spPr>
          <a:xfrm>
            <a:off x="107950" y="476250"/>
            <a:ext cx="4598035" cy="56902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595" y="254000"/>
            <a:ext cx="5531485" cy="63576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665" y="995045"/>
            <a:ext cx="6711315" cy="54025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8000" y="10800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ym typeface="+mn-ea"/>
              </a:rPr>
              <a:t>答题</a:t>
            </a:r>
            <a:r>
              <a:rPr lang="en-US" altLang="zh-CN" b="1">
                <a:sym typeface="+mn-ea"/>
              </a:rPr>
              <a:t>(</a:t>
            </a:r>
            <a:r>
              <a:rPr lang="zh-CN" altLang="en-US" b="1">
                <a:sym typeface="+mn-ea"/>
              </a:rPr>
              <a:t>乱序</a:t>
            </a:r>
            <a:r>
              <a:rPr lang="en-US" altLang="zh-CN" b="1">
                <a:sym typeface="+mn-ea"/>
              </a:rPr>
              <a:t>)</a:t>
            </a:r>
            <a:endParaRPr lang="en-US" altLang="zh-CN" b="1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880985" y="419735"/>
            <a:ext cx="9340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流程</a:t>
            </a:r>
            <a:r>
              <a:rPr lang="en-US" altLang="zh-CN" sz="2400"/>
              <a:t>:</a:t>
            </a:r>
            <a:endParaRPr lang="zh-CN" altLang="en-US" sz="2400"/>
          </a:p>
        </p:txBody>
      </p:sp>
      <p:pic>
        <p:nvPicPr>
          <p:cNvPr id="3" name="图片 2" descr="３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500" y="995045"/>
            <a:ext cx="2925445" cy="576961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08000" y="10800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ym typeface="+mn-ea"/>
              </a:rPr>
              <a:t>答题</a:t>
            </a:r>
            <a:r>
              <a:rPr lang="en-US" altLang="zh-CN" b="1">
                <a:sym typeface="+mn-ea"/>
              </a:rPr>
              <a:t>(</a:t>
            </a:r>
            <a:r>
              <a:rPr lang="zh-CN" altLang="en-US" b="1">
                <a:sym typeface="+mn-ea"/>
              </a:rPr>
              <a:t>乱序</a:t>
            </a:r>
            <a:r>
              <a:rPr lang="en-US" altLang="zh-CN" b="1">
                <a:sym typeface="+mn-ea"/>
              </a:rPr>
              <a:t>)-</a:t>
            </a:r>
            <a:r>
              <a:rPr lang="zh-CN" altLang="en-US" b="1">
                <a:sym typeface="+mn-ea"/>
              </a:rPr>
              <a:t>测试用例及代码</a:t>
            </a:r>
            <a:endParaRPr lang="zh-CN" altLang="en-US" b="1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9312"/>
          <a:stretch>
            <a:fillRect/>
          </a:stretch>
        </p:blipFill>
        <p:spPr>
          <a:xfrm>
            <a:off x="56515" y="476250"/>
            <a:ext cx="4721225" cy="55225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310" y="415925"/>
            <a:ext cx="6782435" cy="594423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08000" y="10800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ym typeface="+mn-ea"/>
              </a:rPr>
              <a:t>答题</a:t>
            </a:r>
            <a:r>
              <a:rPr lang="en-US" altLang="zh-CN" b="1">
                <a:sym typeface="+mn-ea"/>
              </a:rPr>
              <a:t>(</a:t>
            </a:r>
            <a:r>
              <a:rPr lang="zh-CN" altLang="en-US" b="1">
                <a:sym typeface="+mn-ea"/>
              </a:rPr>
              <a:t>定时</a:t>
            </a:r>
            <a:r>
              <a:rPr lang="en-US" altLang="zh-CN" b="1">
                <a:sym typeface="+mn-ea"/>
              </a:rPr>
              <a:t>/</a:t>
            </a:r>
            <a:r>
              <a:rPr lang="zh-CN" altLang="en-US" b="1">
                <a:sym typeface="+mn-ea"/>
              </a:rPr>
              <a:t>定量</a:t>
            </a:r>
            <a:r>
              <a:rPr lang="en-US" altLang="zh-CN" b="1">
                <a:sym typeface="+mn-ea"/>
              </a:rPr>
              <a:t>)</a:t>
            </a:r>
            <a:endParaRPr lang="en-US" altLang="zh-CN" b="1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05" y="630555"/>
            <a:ext cx="6261735" cy="52990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421755" y="318770"/>
            <a:ext cx="9340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流程</a:t>
            </a:r>
            <a:r>
              <a:rPr lang="en-US" altLang="zh-CN" sz="2400"/>
              <a:t>:</a:t>
            </a:r>
            <a:endParaRPr lang="zh-CN" altLang="en-US" sz="2400"/>
          </a:p>
        </p:txBody>
      </p:sp>
      <p:pic>
        <p:nvPicPr>
          <p:cNvPr id="2" name="图片 1" descr="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5840" y="577850"/>
            <a:ext cx="2185035" cy="570293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084695" cy="568388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045960" y="0"/>
            <a:ext cx="9340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流程</a:t>
            </a:r>
            <a:r>
              <a:rPr lang="en-US" altLang="zh-CN" sz="2400"/>
              <a:t>:</a:t>
            </a:r>
            <a:endParaRPr lang="zh-CN" altLang="en-US" sz="2400"/>
          </a:p>
        </p:txBody>
      </p:sp>
      <p:pic>
        <p:nvPicPr>
          <p:cNvPr id="4" name="图片 3" descr="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625" y="133985"/>
            <a:ext cx="4010660" cy="58337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15" y="0"/>
            <a:ext cx="7761605" cy="67532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818120" y="66675"/>
            <a:ext cx="9340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流程</a:t>
            </a:r>
            <a:r>
              <a:rPr lang="en-US" altLang="zh-CN" sz="2400"/>
              <a:t>:</a:t>
            </a:r>
            <a:endParaRPr lang="zh-CN" altLang="en-US" sz="2400"/>
          </a:p>
        </p:txBody>
      </p:sp>
      <p:pic>
        <p:nvPicPr>
          <p:cNvPr id="7" name="图片 6" descr="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4440" y="222250"/>
            <a:ext cx="2362835" cy="65303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08000" y="10800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ym typeface="+mn-ea"/>
              </a:rPr>
              <a:t>答题</a:t>
            </a:r>
            <a:r>
              <a:rPr lang="en-US" altLang="zh-CN" b="1">
                <a:sym typeface="+mn-ea"/>
              </a:rPr>
              <a:t>(</a:t>
            </a:r>
            <a:r>
              <a:rPr lang="zh-CN" altLang="en-US" b="1">
                <a:sym typeface="+mn-ea"/>
              </a:rPr>
              <a:t>定时</a:t>
            </a:r>
            <a:r>
              <a:rPr lang="en-US" altLang="zh-CN" b="1">
                <a:sym typeface="+mn-ea"/>
              </a:rPr>
              <a:t>/</a:t>
            </a:r>
            <a:r>
              <a:rPr lang="zh-CN" altLang="en-US" b="1">
                <a:sym typeface="+mn-ea"/>
              </a:rPr>
              <a:t>定量</a:t>
            </a:r>
            <a:r>
              <a:rPr lang="en-US" altLang="zh-CN" b="1">
                <a:sym typeface="+mn-ea"/>
              </a:rPr>
              <a:t>)-</a:t>
            </a:r>
            <a:r>
              <a:rPr lang="zh-CN" altLang="en-US" b="1">
                <a:sym typeface="+mn-ea"/>
              </a:rPr>
              <a:t>测试用例及代码</a:t>
            </a:r>
            <a:endParaRPr lang="zh-CN" altLang="en-US" b="1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9014"/>
          <a:stretch>
            <a:fillRect/>
          </a:stretch>
        </p:blipFill>
        <p:spPr>
          <a:xfrm>
            <a:off x="201295" y="524510"/>
            <a:ext cx="5516245" cy="56083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365" y="568325"/>
            <a:ext cx="5944870" cy="608393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" y="598805"/>
            <a:ext cx="5848350" cy="53492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8000" y="10800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ym typeface="+mn-ea"/>
              </a:rPr>
              <a:t>题目</a:t>
            </a:r>
            <a:r>
              <a:rPr lang="zh-CN" altLang="en-US" b="1">
                <a:sym typeface="+mn-ea"/>
              </a:rPr>
              <a:t>搜索</a:t>
            </a:r>
            <a:endParaRPr lang="zh-CN" altLang="en-US" b="1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21755" y="318770"/>
            <a:ext cx="9340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流程</a:t>
            </a:r>
            <a:r>
              <a:rPr lang="en-US" altLang="zh-CN" sz="2400"/>
              <a:t>:</a:t>
            </a:r>
            <a:endParaRPr lang="zh-CN" altLang="en-US" sz="2400"/>
          </a:p>
        </p:txBody>
      </p:sp>
      <p:pic>
        <p:nvPicPr>
          <p:cNvPr id="6" name="图片 5" descr="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810" y="845820"/>
            <a:ext cx="5288280" cy="52666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76250"/>
            <a:ext cx="4318000" cy="63817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8000" y="1079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ym typeface="+mn-ea"/>
              </a:rPr>
              <a:t>题目搜索</a:t>
            </a:r>
            <a:r>
              <a:rPr lang="en-US" altLang="zh-CN" b="1">
                <a:sym typeface="+mn-ea"/>
              </a:rPr>
              <a:t>-</a:t>
            </a:r>
            <a:r>
              <a:rPr lang="zh-CN" altLang="en-US" b="1">
                <a:sym typeface="+mn-ea"/>
              </a:rPr>
              <a:t>测试用例及代码</a:t>
            </a:r>
            <a:endParaRPr lang="zh-CN" altLang="en-US" b="1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735" y="0"/>
            <a:ext cx="6063615" cy="6858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</Words>
  <Application>WPS 演示</Application>
  <PresentationFormat>宽屏</PresentationFormat>
  <Paragraphs>51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wswCR7</cp:lastModifiedBy>
  <cp:revision>172</cp:revision>
  <dcterms:created xsi:type="dcterms:W3CDTF">2019-06-19T02:08:00Z</dcterms:created>
  <dcterms:modified xsi:type="dcterms:W3CDTF">2025-10-11T03:11:30Z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B0489D6E93EA405E9A88FBA556760C87_13</vt:lpwstr>
  </property>
</Properties>
</file>