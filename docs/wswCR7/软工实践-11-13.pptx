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56" r:id="rId4"/>
    <p:sldId id="266" r:id="rId5"/>
    <p:sldId id="267" r:id="rId6"/>
    <p:sldId id="257" r:id="rId7"/>
    <p:sldId id="265" r:id="rId8"/>
    <p:sldId id="258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08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558540" y="1423670"/>
            <a:ext cx="7204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配置</a:t>
            </a:r>
            <a:r>
              <a:rPr lang="en-US" altLang="zh-CN" sz="2400"/>
              <a:t>agent</a:t>
            </a:r>
            <a:r>
              <a:rPr lang="zh-CN" altLang="en-US" sz="2400"/>
              <a:t>以及所用的</a:t>
            </a:r>
            <a:r>
              <a:rPr lang="en-US" altLang="zh-CN" sz="2400"/>
              <a:t>llm</a:t>
            </a:r>
            <a:endParaRPr lang="en-US" altLang="zh-CN" sz="2400"/>
          </a:p>
          <a:p>
            <a:r>
              <a:rPr lang="zh-CN" altLang="en-US" sz="2400"/>
              <a:t>对</a:t>
            </a:r>
            <a:r>
              <a:rPr lang="en-US" altLang="zh-CN" sz="2400"/>
              <a:t>llm</a:t>
            </a:r>
            <a:r>
              <a:rPr lang="zh-CN" altLang="en-US" sz="2400"/>
              <a:t>进行连接</a:t>
            </a:r>
            <a:r>
              <a:rPr lang="zh-CN" altLang="en-US" sz="2400"/>
              <a:t>并测试</a:t>
            </a:r>
            <a:endParaRPr lang="zh-CN" altLang="en-US" sz="2400"/>
          </a:p>
          <a:p>
            <a:r>
              <a:rPr lang="zh-CN" altLang="en-US" sz="2400"/>
              <a:t>编写</a:t>
            </a:r>
            <a:r>
              <a:rPr lang="en-US" altLang="zh-CN" sz="2400"/>
              <a:t>agent</a:t>
            </a:r>
            <a:r>
              <a:rPr lang="zh-CN" altLang="en-US" sz="2400"/>
              <a:t>基本代码并</a:t>
            </a:r>
            <a:r>
              <a:rPr lang="zh-CN" altLang="en-US" sz="2400"/>
              <a:t>测试</a:t>
            </a:r>
            <a:endParaRPr lang="zh-CN" altLang="en-US" sz="2400"/>
          </a:p>
        </p:txBody>
      </p:sp>
      <p:sp>
        <p:nvSpPr>
          <p:cNvPr id="6" name="文本框 5"/>
          <p:cNvSpPr txBox="1"/>
          <p:nvPr/>
        </p:nvSpPr>
        <p:spPr>
          <a:xfrm>
            <a:off x="3644265" y="2794000"/>
            <a:ext cx="4723765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成果物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1.rag_agent.yaml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2.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Times New Roman" panose="02020603050405020304" charset="0"/>
                <a:sym typeface="+mn-ea"/>
              </a:rPr>
              <a:t>rag_agent_template.py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Times New Roman" panose="02020603050405020304" charset="0"/>
                <a:sym typeface="+mn-ea"/>
              </a:rPr>
              <a:t>3.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test_rag_agent_template.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4.qwen_flash.yaml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5.test_qwen_connection.py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6.qwen_openai_style_llm.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进度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:100%</a:t>
            </a:r>
            <a:r>
              <a:rPr lang="en-US" altLang="zh-CN" sz="24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</a:t>
            </a:r>
            <a:endParaRPr lang="en-US" altLang="zh-CN" sz="240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0" y="101600"/>
            <a:ext cx="6305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rag_agent.yaml: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定义了智能体的整体行为和功能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93980" y="500380"/>
            <a:ext cx="7504430" cy="381444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全局设定（</a:t>
            </a:r>
            <a:r>
              <a:rPr lang="en-US" altLang="zh-CN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Profile</a:t>
            </a: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包含了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Target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Introduction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部分。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介绍（</a:t>
            </a:r>
            <a:r>
              <a:rPr lang="en-US" altLang="zh-CN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Introduction</a:t>
            </a: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的角色描述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目标（</a:t>
            </a:r>
            <a:r>
              <a:rPr lang="en-US" altLang="zh-CN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Target</a:t>
            </a: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Agent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会围绕着这个目标去完成后续一系列的工作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指令（</a:t>
            </a:r>
            <a:r>
              <a:rPr lang="en-US" altLang="zh-CN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Instruction</a:t>
            </a: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包含了对于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的具体设定，如性格设定、背景知识、行为指导等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模型（</a:t>
            </a:r>
            <a:r>
              <a:rPr lang="en-US" altLang="zh-CN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</a:t>
            </a: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智能体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(Agent)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使用的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1110" y="3408680"/>
            <a:ext cx="6342380" cy="344932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3895" y="76200"/>
            <a:ext cx="7820660" cy="634492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4775" y="7620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Times New Roman" panose="02020603050405020304" charset="0"/>
              </a:rPr>
              <a:t>rag_agent_template.py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4775" y="674370"/>
            <a:ext cx="438912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先调用工具和知识检索，把得到的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tool_res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knowledge_res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交由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Memory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Prompt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完成生成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18110" y="8128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test_rag_agent_template.py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40" y="541655"/>
            <a:ext cx="6807200" cy="621220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0" y="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qwen_flash.yaml :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配置所用的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39065" y="436245"/>
            <a:ext cx="6096000" cy="4174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800"/>
              </a:spcAft>
            </a:pP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名称（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name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模型在系统中的唯一标识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介绍（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description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模型的简要描述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模型名称（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model_name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对应阿里百炼平台中实际调用的模型名称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最大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token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（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max_tokens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模型单次生成的最大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token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数量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api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密钥（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api_key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阿里云百炼平台的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API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密钥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元数据（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metadata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）</a:t>
            </a:r>
            <a:endParaRPr lang="zh-CN" altLang="en-US" sz="16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指定实现该模型的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Python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模块路径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以及指定具体的实现类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9535" y="681355"/>
            <a:ext cx="4196715" cy="29013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1375" y="0"/>
            <a:ext cx="7016750" cy="6858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13995" y="245110"/>
            <a:ext cx="418973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Times New Roman" panose="02020603050405020304" charset="0"/>
                <a:sym typeface="+mn-ea"/>
              </a:rPr>
              <a:t>qwen_openai_style_llm.py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endParaRPr lang="zh-CN" altLang="en-US">
              <a:latin typeface="微软雅黑" panose="020B0503020204020204" charset="-122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25" y="603885"/>
            <a:ext cx="6015355" cy="625411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260" y="392430"/>
            <a:ext cx="5920740" cy="646557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8425" y="4445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Times New Roman" panose="02020603050405020304" charset="0"/>
                <a:sym typeface="+mn-ea"/>
              </a:rPr>
              <a:t>test_qwen_connection.py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761</Words>
  <Application>WPS 演示</Application>
  <PresentationFormat>宽屏</PresentationFormat>
  <Paragraphs>52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Wingdings</vt:lpstr>
      <vt:lpstr>微软雅黑</vt:lpstr>
      <vt:lpstr>Times New Roman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wswCR7</cp:lastModifiedBy>
  <cp:revision>171</cp:revision>
  <dcterms:created xsi:type="dcterms:W3CDTF">2019-06-19T02:08:00Z</dcterms:created>
  <dcterms:modified xsi:type="dcterms:W3CDTF">2025-11-13T03:38:29Z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8DFB915938984305A7F66FCD00C7A69C_13</vt:lpwstr>
  </property>
</Properties>
</file>