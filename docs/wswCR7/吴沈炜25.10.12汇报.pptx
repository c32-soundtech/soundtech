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3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950" y="534035"/>
            <a:ext cx="783971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LoRA Patching: Exposing the Fragility of Proactive Defenses against Deepfakes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950" y="1010920"/>
            <a:ext cx="975487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Towards Imperceptible Adversarial Defense: A Gradient-Driven Shield against Facial Manipulations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000" y="82550"/>
            <a:ext cx="4737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arxiv</a:t>
            </a:r>
            <a:endParaRPr lang="en-US" altLang="zh-CN" sz="2400"/>
          </a:p>
        </p:txBody>
      </p:sp>
      <p:sp>
        <p:nvSpPr>
          <p:cNvPr id="7" name="文本框 6"/>
          <p:cNvSpPr txBox="1"/>
          <p:nvPr/>
        </p:nvSpPr>
        <p:spPr>
          <a:xfrm>
            <a:off x="107950" y="2588260"/>
            <a:ext cx="1091311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ym typeface="+mn-ea"/>
              </a:rPr>
              <a:t>IEEE SMC 2025</a:t>
            </a:r>
            <a:endParaRPr lang="en-US" altLang="zh-CN" sz="2400"/>
          </a:p>
          <a:p>
            <a:r>
              <a:rPr lang="en-US" altLang="zh-CN" sz="2400">
                <a:sym typeface="+mn-ea"/>
              </a:rPr>
              <a:t>IEEE Transactions on Systems, Man, and Cybernetics: Systems</a:t>
            </a:r>
            <a:endParaRPr lang="en-US" altLang="zh-CN" sz="24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950" y="3522980"/>
            <a:ext cx="537273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Defending Deepfake via Texture Feature Perturbation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0" y="1508760"/>
            <a:ext cx="965644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Uncovering and Mitigating Destructive Multi-Embedding Attacks in Deepfake Proactive Forensics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950" y="4989830"/>
            <a:ext cx="950912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 ID-Guard: A Universal Framework for Combating Facial Manipulation via Breaking Identification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8000" y="452945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400">
                <a:sym typeface="+mn-ea"/>
              </a:rPr>
              <a:t>IEEE TPAMI 2025</a:t>
            </a:r>
            <a:endParaRPr lang="en-US" altLang="zh-CN" sz="24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950" y="1941195"/>
            <a:ext cx="1246568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WaveGuard: Robust Deepfake Detection and Source Tracing via Dual-Tree Complex Wavelet and Graph Neural Networks</a:t>
            </a:r>
            <a:endParaRPr lang="en-US" altLang="zh-CN" sz="1600" b="0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04470" y="151130"/>
            <a:ext cx="80086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每周投入时间</a:t>
            </a:r>
            <a:r>
              <a:rPr lang="en-US" altLang="zh-CN" sz="2400"/>
              <a:t>:14h</a:t>
            </a:r>
            <a:endParaRPr lang="zh-CN" altLang="en-US" sz="2400"/>
          </a:p>
          <a:p>
            <a:r>
              <a:rPr lang="zh-CN" altLang="en-US" sz="2400"/>
              <a:t>本学期内容和计划</a:t>
            </a:r>
            <a:endParaRPr lang="zh-CN" altLang="en-US" sz="2400"/>
          </a:p>
          <a:p>
            <a:r>
              <a:rPr lang="en-US" altLang="zh-CN" sz="2400"/>
              <a:t>1.</a:t>
            </a:r>
            <a:r>
              <a:rPr lang="zh-CN" altLang="en-US" sz="2400"/>
              <a:t>研发新算法</a:t>
            </a:r>
            <a:endParaRPr lang="zh-CN" altLang="en-US" sz="2400"/>
          </a:p>
          <a:p>
            <a:r>
              <a:rPr lang="en-US" altLang="zh-CN" sz="2400"/>
              <a:t>2.</a:t>
            </a:r>
            <a:r>
              <a:rPr lang="zh-CN" altLang="en-US" sz="2400"/>
              <a:t>竞赛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WPS 演示</Application>
  <PresentationFormat>宽屏</PresentationFormat>
  <Paragraphs>24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wswCR7</cp:lastModifiedBy>
  <cp:revision>163</cp:revision>
  <dcterms:created xsi:type="dcterms:W3CDTF">2019-06-19T02:08:00Z</dcterms:created>
  <dcterms:modified xsi:type="dcterms:W3CDTF">2025-10-12T14:32:52Z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F8A3341B04AA4719B5A23D0F10DB2891_13</vt:lpwstr>
  </property>
</Properties>
</file>