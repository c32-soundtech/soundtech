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sdn.net/l2778582993/article/details/153772849?spm=1001.2014.3001.550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4820BB4-D114-54DB-7792-6B496BFD88AA}"/>
              </a:ext>
            </a:extLst>
          </p:cNvPr>
          <p:cNvSpPr/>
          <p:nvPr/>
        </p:nvSpPr>
        <p:spPr>
          <a:xfrm>
            <a:off x="809939" y="1061043"/>
            <a:ext cx="10572125" cy="42473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吴育金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altLang="zh-C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组织完成上次验收成果的提交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进行</a:t>
            </a:r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rag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数据库的创建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毛概题目的导入，丰富数据库导入</a:t>
            </a:r>
            <a:endParaRPr lang="en-US" altLang="zh-C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0310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E6FD784-9F15-C0F6-79EE-88E3A92112E1}"/>
              </a:ext>
            </a:extLst>
          </p:cNvPr>
          <p:cNvSpPr txBox="1"/>
          <p:nvPr/>
        </p:nvSpPr>
        <p:spPr>
          <a:xfrm>
            <a:off x="649507" y="151179"/>
            <a:ext cx="1058237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任务：进行</a:t>
            </a:r>
            <a:r>
              <a:rPr lang="en-US" altLang="zh-CN" sz="2800" dirty="0"/>
              <a:t>rag</a:t>
            </a:r>
            <a:r>
              <a:rPr lang="zh-CN" altLang="en-US" sz="2800" dirty="0"/>
              <a:t>数据库的创建，题库数据的丰富，成果物的按要求整理提交，</a:t>
            </a:r>
            <a:r>
              <a:rPr lang="en-US" altLang="zh-CN" sz="2800" dirty="0"/>
              <a:t>rag</a:t>
            </a:r>
            <a:r>
              <a:rPr lang="zh-CN" altLang="en-US" sz="2800" dirty="0"/>
              <a:t>的数据库创建博客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完成进度：</a:t>
            </a:r>
            <a:r>
              <a:rPr lang="en-US" altLang="zh-CN" sz="2800" dirty="0"/>
              <a:t>100%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完成成果物：</a:t>
            </a:r>
            <a:endParaRPr lang="en-US" altLang="zh-C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题目格式转换代码</a:t>
            </a:r>
            <a:r>
              <a:rPr lang="en-US" altLang="zh-CN" sz="2800" dirty="0"/>
              <a:t>convert_excel_to_csv.py</a:t>
            </a:r>
            <a:r>
              <a:rPr lang="zh-CN" altLang="en-US" sz="2800" dirty="0"/>
              <a:t>（将学校的毛概题目转换为符合上次编写的数据导入</a:t>
            </a:r>
            <a:r>
              <a:rPr lang="en-US" altLang="zh-CN" sz="2800" dirty="0"/>
              <a:t>csv</a:t>
            </a:r>
            <a:r>
              <a:rPr lang="zh-CN" altLang="en-US" sz="2800" dirty="0"/>
              <a:t>文件的格式）</a:t>
            </a:r>
            <a:endParaRPr lang="en-US" altLang="zh-C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Db</a:t>
            </a:r>
            <a:r>
              <a:rPr lang="zh-CN" altLang="en-US" sz="2800" dirty="0"/>
              <a:t>文件夹（</a:t>
            </a:r>
            <a:r>
              <a:rPr lang="en-US" altLang="zh-CN" sz="2800" dirty="0"/>
              <a:t>Rag</a:t>
            </a:r>
            <a:r>
              <a:rPr lang="zh-CN" altLang="en-US" sz="2800" dirty="0"/>
              <a:t>数据库的创建，用压缩后的毛概书</a:t>
            </a:r>
            <a:r>
              <a:rPr lang="en-US" altLang="zh-CN" sz="2800" dirty="0"/>
              <a:t>100MB-&gt;10MB</a:t>
            </a:r>
            <a:r>
              <a:rPr lang="zh-CN" altLang="en-US" sz="2800" dirty="0"/>
              <a:t>作为知识）</a:t>
            </a:r>
            <a:endParaRPr lang="en-US" altLang="zh-C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按要求的成果物上传（还缺少将测试文档由</a:t>
            </a:r>
            <a:r>
              <a:rPr lang="en-US" altLang="zh-CN" sz="2800" dirty="0"/>
              <a:t>doc</a:t>
            </a:r>
            <a:r>
              <a:rPr lang="zh-CN" altLang="en-US" sz="2800" dirty="0"/>
              <a:t>转换为</a:t>
            </a:r>
            <a:r>
              <a:rPr lang="en-US" altLang="zh-CN" sz="2800" dirty="0"/>
              <a:t>md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一篇</a:t>
            </a:r>
            <a:r>
              <a:rPr lang="en-US" altLang="zh-CN" sz="2800" dirty="0"/>
              <a:t>CSDN</a:t>
            </a:r>
            <a:r>
              <a:rPr lang="zh-CN" altLang="en-US" sz="2800" dirty="0"/>
              <a:t>：</a:t>
            </a:r>
            <a:r>
              <a:rPr lang="zh-CN" altLang="en-US" sz="2800" dirty="0">
                <a:hlinkClick r:id="rId2"/>
              </a:rPr>
              <a:t>基于 </a:t>
            </a:r>
            <a:r>
              <a:rPr lang="en-US" altLang="zh-CN" sz="2800" dirty="0" err="1">
                <a:hlinkClick r:id="rId2"/>
              </a:rPr>
              <a:t>AgentUniverse</a:t>
            </a:r>
            <a:r>
              <a:rPr lang="en-US" altLang="zh-CN" sz="2800" dirty="0">
                <a:hlinkClick r:id="rId2"/>
              </a:rPr>
              <a:t> </a:t>
            </a:r>
            <a:r>
              <a:rPr lang="zh-CN" altLang="en-US" sz="2800" dirty="0">
                <a:hlinkClick r:id="rId2"/>
              </a:rPr>
              <a:t>构建 </a:t>
            </a:r>
            <a:r>
              <a:rPr lang="en-US" altLang="zh-CN" sz="2800" dirty="0">
                <a:hlinkClick r:id="rId2"/>
              </a:rPr>
              <a:t>RAG </a:t>
            </a:r>
            <a:r>
              <a:rPr lang="zh-CN" altLang="en-US" sz="2800" dirty="0">
                <a:hlinkClick r:id="rId2"/>
              </a:rPr>
              <a:t>数据库：从 </a:t>
            </a:r>
            <a:r>
              <a:rPr lang="en-US" altLang="zh-CN" sz="2800" dirty="0">
                <a:hlinkClick r:id="rId2"/>
              </a:rPr>
              <a:t>0 </a:t>
            </a:r>
            <a:r>
              <a:rPr lang="zh-CN" altLang="en-US" sz="2800" dirty="0">
                <a:hlinkClick r:id="rId2"/>
              </a:rPr>
              <a:t>到 </a:t>
            </a:r>
            <a:r>
              <a:rPr lang="en-US" altLang="zh-CN" sz="2800" dirty="0">
                <a:hlinkClick r:id="rId2"/>
              </a:rPr>
              <a:t>1 </a:t>
            </a:r>
            <a:r>
              <a:rPr lang="zh-CN" altLang="en-US" sz="2800" dirty="0">
                <a:hlinkClick r:id="rId2"/>
              </a:rPr>
              <a:t>的实战指南</a:t>
            </a:r>
            <a:r>
              <a:rPr lang="en-US" altLang="zh-CN" sz="2800" dirty="0">
                <a:hlinkClick r:id="rId2"/>
              </a:rPr>
              <a:t>-CSDN</a:t>
            </a:r>
            <a:r>
              <a:rPr lang="zh-CN" altLang="en-US" sz="2800" dirty="0">
                <a:hlinkClick r:id="rId2"/>
              </a:rPr>
              <a:t>博客</a:t>
            </a:r>
            <a:endParaRPr lang="en-US" altLang="zh-C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测试文档合并转换为</a:t>
            </a:r>
            <a:r>
              <a:rPr lang="en-US" altLang="zh-CN" sz="2800" dirty="0"/>
              <a:t>md</a:t>
            </a:r>
          </a:p>
        </p:txBody>
      </p:sp>
    </p:spTree>
    <p:extLst>
      <p:ext uri="{BB962C8B-B14F-4D97-AF65-F5344CB8AC3E}">
        <p14:creationId xmlns:p14="http://schemas.microsoft.com/office/powerpoint/2010/main" val="2742552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E613AA-FBDB-3158-A5A1-0AA7C3A7E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299" y="0"/>
            <a:ext cx="78194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2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1357B54-602C-77ED-17F8-CC79ADC27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520" y="1334652"/>
            <a:ext cx="8166520" cy="458493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E776182-389C-6D52-352B-846E0F3A803C}"/>
              </a:ext>
            </a:extLst>
          </p:cNvPr>
          <p:cNvSpPr txBox="1"/>
          <p:nvPr/>
        </p:nvSpPr>
        <p:spPr>
          <a:xfrm>
            <a:off x="342900" y="146304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数据库初始化代码</a:t>
            </a:r>
          </a:p>
        </p:txBody>
      </p:sp>
    </p:spTree>
    <p:extLst>
      <p:ext uri="{BB962C8B-B14F-4D97-AF65-F5344CB8AC3E}">
        <p14:creationId xmlns:p14="http://schemas.microsoft.com/office/powerpoint/2010/main" val="1379250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A70B8F9-8F61-6EEA-8254-27A603996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551" y="0"/>
            <a:ext cx="10398297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8FFBB60-D8F2-3B09-B0D0-83FD7BD5A73F}"/>
              </a:ext>
            </a:extLst>
          </p:cNvPr>
          <p:cNvSpPr txBox="1"/>
          <p:nvPr/>
        </p:nvSpPr>
        <p:spPr>
          <a:xfrm>
            <a:off x="228600" y="563880"/>
            <a:ext cx="929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向量数据库</a:t>
            </a:r>
          </a:p>
        </p:txBody>
      </p:sp>
    </p:spTree>
    <p:extLst>
      <p:ext uri="{BB962C8B-B14F-4D97-AF65-F5344CB8AC3E}">
        <p14:creationId xmlns:p14="http://schemas.microsoft.com/office/powerpoint/2010/main" val="96157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DB30D-5C78-8A79-B79A-A435D567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982FAFF-872B-C234-A979-EA50F26ADBE4}"/>
              </a:ext>
            </a:extLst>
          </p:cNvPr>
          <p:cNvSpPr txBox="1"/>
          <p:nvPr/>
        </p:nvSpPr>
        <p:spPr>
          <a:xfrm>
            <a:off x="342900" y="1463040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Csdn</a:t>
            </a:r>
            <a:r>
              <a:rPr lang="zh-CN" altLang="en-US" dirty="0"/>
              <a:t>博客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78A9AF-A14F-6598-BAB4-58ACE61E1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981" y="1054137"/>
            <a:ext cx="8228646" cy="474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883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171</Words>
  <Application>Microsoft Office PowerPoint</Application>
  <PresentationFormat>宽屏</PresentationFormat>
  <Paragraphs>17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UZ Y</cp:lastModifiedBy>
  <cp:revision>17</cp:revision>
  <dcterms:created xsi:type="dcterms:W3CDTF">2023-08-09T12:44:00Z</dcterms:created>
  <dcterms:modified xsi:type="dcterms:W3CDTF">2025-11-06T00:14:42Z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