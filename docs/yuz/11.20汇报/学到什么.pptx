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8" y="5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6.png"/><Relationship Id="rId4" Type="http://schemas.openxmlformats.org/officeDocument/2006/relationships/video" Target="../media/media2.mp4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blog.csdn.net/l2778582993/article/details/155053249?sharetype=blogdetail&amp;sharerId=155053249&amp;sharerefer=PC&amp;sharesource=l2778582993&amp;spm=1011.2480.3001.811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4820BB4-D114-54DB-7792-6B496BFD88AA}"/>
              </a:ext>
            </a:extLst>
          </p:cNvPr>
          <p:cNvSpPr/>
          <p:nvPr/>
        </p:nvSpPr>
        <p:spPr>
          <a:xfrm>
            <a:off x="1239542" y="474345"/>
            <a:ext cx="9712915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吴育金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前两周学习内容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借助</a:t>
            </a:r>
            <a:r>
              <a:rPr lang="en-US" altLang="zh-CN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AgentUniverse</a:t>
            </a:r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构建 </a:t>
            </a:r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RAG </a:t>
            </a:r>
          </a:p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简易数字人项目的构建和运行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3.Ollama</a:t>
            </a:r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本地</a:t>
            </a:r>
            <a:r>
              <a:rPr lang="en-US" altLang="zh-CN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</a:t>
            </a:r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的部署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4.Git</a:t>
            </a:r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的使用提升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0310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3578B6-A0C6-7A4B-6993-D56207EB3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4" y="3207986"/>
            <a:ext cx="3860126" cy="220983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EE1C737-EB5E-72FC-C0CF-C8A788C451C0}"/>
              </a:ext>
            </a:extLst>
          </p:cNvPr>
          <p:cNvSpPr/>
          <p:nvPr/>
        </p:nvSpPr>
        <p:spPr>
          <a:xfrm>
            <a:off x="144780" y="102215"/>
            <a:ext cx="1141476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为了实现自定义模型知识库学习</a:t>
            </a:r>
            <a:r>
              <a:rPr lang="en-US" altLang="zh-CN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RAG</a:t>
            </a:r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数据库的构建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A895D3-F0F9-3249-B7AA-F6AE0F0B2048}"/>
              </a:ext>
            </a:extLst>
          </p:cNvPr>
          <p:cNvSpPr/>
          <p:nvPr/>
        </p:nvSpPr>
        <p:spPr>
          <a:xfrm>
            <a:off x="289560" y="2121514"/>
            <a:ext cx="346761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编写相关博客一篇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FC7339F-6901-0A87-9967-5C472D577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83" y="3207986"/>
            <a:ext cx="3936076" cy="220983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228464E-0347-86DE-4B1B-52736EDB0E5D}"/>
              </a:ext>
            </a:extLst>
          </p:cNvPr>
          <p:cNvSpPr/>
          <p:nvPr/>
        </p:nvSpPr>
        <p:spPr>
          <a:xfrm>
            <a:off x="4076700" y="2229087"/>
            <a:ext cx="487300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学习成果使用本校毛概教材构建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rag</a:t>
            </a:r>
            <a:r>
              <a: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数据库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8391AEA-6453-0210-3510-DD4779EB8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013" y="3207986"/>
            <a:ext cx="3350615" cy="220983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F49D008-D05C-460C-EED9-D61B6ED390D7}"/>
              </a:ext>
            </a:extLst>
          </p:cNvPr>
          <p:cNvSpPr txBox="1"/>
          <p:nvPr/>
        </p:nvSpPr>
        <p:spPr>
          <a:xfrm>
            <a:off x="9665228" y="2336957"/>
            <a:ext cx="1168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rag</a:t>
            </a:r>
            <a:r>
              <a:rPr lang="zh-CN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345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42919-1B1F-5727-A817-E425F2BE5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1430614-0D6C-FEE6-9C54-25B5ED11C0A1}"/>
              </a:ext>
            </a:extLst>
          </p:cNvPr>
          <p:cNvSpPr/>
          <p:nvPr/>
        </p:nvSpPr>
        <p:spPr>
          <a:xfrm>
            <a:off x="144780" y="102215"/>
            <a:ext cx="1141476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为了实现后续版本的功能升级学习数字人项目构建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EC80AD-AC9E-0B0B-6CA4-7BF8B35BF731}"/>
              </a:ext>
            </a:extLst>
          </p:cNvPr>
          <p:cNvSpPr/>
          <p:nvPr/>
        </p:nvSpPr>
        <p:spPr>
          <a:xfrm>
            <a:off x="545287" y="1833675"/>
            <a:ext cx="785022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进行若干实践（基于一段视频  一张图片 ）</a:t>
            </a:r>
          </a:p>
        </p:txBody>
      </p:sp>
      <p:pic>
        <p:nvPicPr>
          <p:cNvPr id="2" name="audio_0">
            <a:hlinkClick r:id="" action="ppaction://media"/>
            <a:extLst>
              <a:ext uri="{FF2B5EF4-FFF2-40B4-BE49-F238E27FC236}">
                <a16:creationId xmlns:a16="http://schemas.microsoft.com/office/drawing/2014/main" id="{794A00C6-D380-5036-E733-32022E24AB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57225" y="2924639"/>
            <a:ext cx="1822778" cy="3148501"/>
          </a:xfrm>
          <a:prstGeom prst="rect">
            <a:avLst/>
          </a:prstGeom>
        </p:spPr>
      </p:pic>
      <p:pic>
        <p:nvPicPr>
          <p:cNvPr id="3" name="output_audio (1)">
            <a:hlinkClick r:id="" action="ppaction://media"/>
            <a:extLst>
              <a:ext uri="{FF2B5EF4-FFF2-40B4-BE49-F238E27FC236}">
                <a16:creationId xmlns:a16="http://schemas.microsoft.com/office/drawing/2014/main" id="{02E6F874-FF6F-1C07-CDB7-E9B59A3E130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844800" y="2873289"/>
            <a:ext cx="3251200" cy="3251200"/>
          </a:xfrm>
          <a:prstGeom prst="rect">
            <a:avLst/>
          </a:prstGeom>
        </p:spPr>
      </p:pic>
      <p:pic>
        <p:nvPicPr>
          <p:cNvPr id="4" name="Snipaste_2025-11-09_16-19-30_zzx10s">
            <a:hlinkClick r:id="" action="ppaction://media"/>
            <a:extLst>
              <a:ext uri="{FF2B5EF4-FFF2-40B4-BE49-F238E27FC236}">
                <a16:creationId xmlns:a16="http://schemas.microsoft.com/office/drawing/2014/main" id="{A7332702-C21E-CAC6-D2CE-4FC33E6602BF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575899" y="3687415"/>
            <a:ext cx="2146300" cy="20066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495865-A391-7FC5-CE54-F8686273649A}"/>
              </a:ext>
            </a:extLst>
          </p:cNvPr>
          <p:cNvSpPr txBox="1"/>
          <p:nvPr/>
        </p:nvSpPr>
        <p:spPr>
          <a:xfrm>
            <a:off x="8884920" y="2873289"/>
            <a:ext cx="3093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已学习到 如何使用小组人员的真人视频或  使用单一图片进行合成，经行渲染确保效果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353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99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30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9BD0-663C-DBFB-E55B-A43D1F5F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CD5E1F5-D005-C7FC-A4B5-4EB079B5E390}"/>
              </a:ext>
            </a:extLst>
          </p:cNvPr>
          <p:cNvSpPr/>
          <p:nvPr/>
        </p:nvSpPr>
        <p:spPr>
          <a:xfrm>
            <a:off x="144780" y="102215"/>
            <a:ext cx="1183386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为了实现本地</a:t>
            </a:r>
            <a:r>
              <a:rPr lang="en-US" altLang="zh-CN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</a:t>
            </a:r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（也支持</a:t>
            </a:r>
            <a:r>
              <a:rPr lang="en-US" altLang="zh-CN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）学习</a:t>
            </a:r>
            <a:r>
              <a:rPr lang="en-US" altLang="zh-CN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ollama</a:t>
            </a:r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部署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BCE63A-44B3-392F-F8B2-05D5C5C1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14301"/>
            <a:ext cx="4828885" cy="35691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D0FCE7C-5C0F-BBE3-10DD-BB3B195FC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55" y="1842745"/>
            <a:ext cx="4927853" cy="9779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9E486AD-A8A1-0700-9EE2-D67AB9C4CE87}"/>
              </a:ext>
            </a:extLst>
          </p:cNvPr>
          <p:cNvSpPr/>
          <p:nvPr/>
        </p:nvSpPr>
        <p:spPr>
          <a:xfrm>
            <a:off x="6061710" y="1670000"/>
            <a:ext cx="531427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期间遇到项目</a:t>
            </a:r>
            <a:endParaRPr lang="en-US" altLang="zh-CN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无法找到本地的大模型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790A7A-74CD-482C-0788-FC394E2EE265}"/>
              </a:ext>
            </a:extLst>
          </p:cNvPr>
          <p:cNvSpPr txBox="1"/>
          <p:nvPr/>
        </p:nvSpPr>
        <p:spPr>
          <a:xfrm>
            <a:off x="5775960" y="29934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项目调用本地</a:t>
            </a:r>
            <a:r>
              <a:rPr lang="en-US" altLang="zh-CN" dirty="0">
                <a:hlinkClick r:id="rId4"/>
              </a:rPr>
              <a:t>Ollama</a:t>
            </a:r>
            <a:r>
              <a:rPr lang="zh-CN" altLang="en-US" dirty="0">
                <a:hlinkClick r:id="rId4"/>
              </a:rPr>
              <a:t>模型找不到？手把手排查指南</a:t>
            </a:r>
            <a:r>
              <a:rPr lang="en-US" altLang="zh-CN" dirty="0">
                <a:hlinkClick r:id="rId4"/>
              </a:rPr>
              <a:t>-CSDN</a:t>
            </a:r>
            <a:r>
              <a:rPr lang="zh-CN" altLang="en-US" dirty="0">
                <a:hlinkClick r:id="rId4"/>
              </a:rPr>
              <a:t>博客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BAF976F-2DED-639E-90B1-8FF55E441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805" y="3639770"/>
            <a:ext cx="4778083" cy="271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7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509C4-F8D7-F24D-A86C-C363C2A0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5718727-9EEE-A785-FD0A-D6FD1B7E6690}"/>
              </a:ext>
            </a:extLst>
          </p:cNvPr>
          <p:cNvSpPr/>
          <p:nvPr/>
        </p:nvSpPr>
        <p:spPr>
          <a:xfrm>
            <a:off x="144780" y="102215"/>
            <a:ext cx="1141476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为了实现后续统一仓库管理，学习</a:t>
            </a:r>
            <a:r>
              <a:rPr lang="en-US" altLang="zh-CN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</a:t>
            </a:r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基本的使用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4B3C2FA-D8E7-3C16-405E-42565C9EF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2700889"/>
            <a:ext cx="6088979" cy="237403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EB0BB43-8C39-6A72-2ED9-B145B13CAA8D}"/>
              </a:ext>
            </a:extLst>
          </p:cNvPr>
          <p:cNvSpPr/>
          <p:nvPr/>
        </p:nvSpPr>
        <p:spPr>
          <a:xfrm>
            <a:off x="418377" y="1397615"/>
            <a:ext cx="68137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CN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pycharm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</a:t>
            </a:r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工具</a:t>
            </a:r>
          </a:p>
        </p:txBody>
      </p:sp>
    </p:spTree>
    <p:extLst>
      <p:ext uri="{BB962C8B-B14F-4D97-AF65-F5344CB8AC3E}">
        <p14:creationId xmlns:p14="http://schemas.microsoft.com/office/powerpoint/2010/main" val="195041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8D6CD-686F-1EC0-3575-D494C465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B88C9C-E1FA-DE77-0052-AE8FFC2200AD}"/>
              </a:ext>
            </a:extLst>
          </p:cNvPr>
          <p:cNvSpPr/>
          <p:nvPr/>
        </p:nvSpPr>
        <p:spPr>
          <a:xfrm>
            <a:off x="78074" y="79355"/>
            <a:ext cx="4339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后续学习内容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E0F281-24C0-05FB-A351-BA98B75AD22B}"/>
              </a:ext>
            </a:extLst>
          </p:cNvPr>
          <p:cNvSpPr/>
          <p:nvPr/>
        </p:nvSpPr>
        <p:spPr>
          <a:xfrm>
            <a:off x="1585791" y="1640205"/>
            <a:ext cx="9020419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大语言模型的测试方法。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大模型与数字人结合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（为下个版本集成准备）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具体学习数字人的合成原理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615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94092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197</Words>
  <Application>Microsoft Office PowerPoint</Application>
  <PresentationFormat>宽屏</PresentationFormat>
  <Paragraphs>24</Paragraphs>
  <Slides>7</Slides>
  <Notes>0</Notes>
  <HiddenSlides>0</HiddenSlides>
  <MMClips>3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UZ Y</cp:lastModifiedBy>
  <cp:revision>12</cp:revision>
  <dcterms:created xsi:type="dcterms:W3CDTF">2023-08-09T12:44:00Z</dcterms:created>
  <dcterms:modified xsi:type="dcterms:W3CDTF">2025-11-20T01:48:35Z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