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694FC8-F339-C7CF-25CA-3F330071A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69377E-1959-78F3-BD93-4A41E68D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7B51D-5BB7-47E5-A068-7B0689B4B701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4132B63-9F8D-88F1-B0E6-6F4077420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DCE7E44-D054-7CEC-B832-6B700F206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2BDC-3E36-4FBD-8611-373A597BF4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3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F35F295-5062-7F95-5DC9-960C6AE3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79E18A-95AD-63F8-8396-B479B64D2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703A30-0091-859C-65BB-D86826759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7B51D-5BB7-47E5-A068-7B0689B4B701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376747-B636-4DFB-6593-5FC40DE657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CD6713-7BAA-583D-8B34-6FF3025A08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E2BDC-3E36-4FBD-8611-373A597BF4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77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4044CA4-0A0F-E098-80BF-1F02363E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05A4B4-23C4-18AB-A4A7-E73DFE86DE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02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6198956-20E3-5279-3752-9933E059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F7C438-1A45-D888-E544-A07EFA7177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0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8926893-C463-73C7-1609-26E95FDAE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071FB3-C3D5-3479-4326-68789E731A1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74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995511-4C16-B249-8D1B-734BBF56B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7CE407-FFD5-8696-0060-F7BC33A67F9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2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1B21906-FEE4-EA30-4997-52EE4E84B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0F1940-98CB-F5C8-7D94-6E3EFFF462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4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09FEEEE-BA87-F34D-FC19-B3051DB2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B9268C5-1F9E-837F-CCDA-B4DD752842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89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B152591-26AA-289B-ECF3-DB2BF2376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C6171B-E87C-B4F1-8F7E-FB24CFA816C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36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28015F3-C2B4-3513-AB8B-045711ED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713A159-90CC-2428-A64B-4EF48B1308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05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9F5647-2485-6313-B94B-E5B4F0895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A4BC539-1B92-DCEE-9F3A-FC954A52187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120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840B6D6-1B63-720F-B090-6C8671AE1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808FCC-2CEE-2894-7D30-B1F2428C12F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593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3BA81D1-BB1C-0612-7196-B6F1A7AC6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38C5DD-373A-1AC7-6376-971FD0BD16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67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4726FD7-D3C3-01F7-B6D1-5C730E6C9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2D1C78-C589-E944-5EA2-78A03B42CB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9978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AE3AAC2-4309-E693-463C-99347FA6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A1B1A4-832E-351F-3F19-F542D25721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29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7D3C38E-54C5-76F2-83A6-65075666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BFDAA5-318D-D5B4-98F7-D8A67D9E2B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49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1E078C9-D976-F8AC-16A6-B63E1B47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A6F099-789E-3397-97E0-898FA0BC8F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33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Dingdust</dc:creator>
  <cp:lastModifiedBy>Dingdust</cp:lastModifiedBy>
  <cp:revision>1</cp:revision>
  <dcterms:created xsi:type="dcterms:W3CDTF">2025-10-13T16:28:32Z</dcterms:created>
  <dcterms:modified xsi:type="dcterms:W3CDTF">2025-10-13T16:28:32Z</dcterms:modified>
</cp:coreProperties>
</file>