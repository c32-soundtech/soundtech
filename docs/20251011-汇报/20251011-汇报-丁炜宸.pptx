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E2389-B212-32EA-4500-B29893B5B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150C12-533D-3FE3-B5CF-39820B92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3C197-D85A-4467-AEF6-6BCE8FF31F27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974EC5-E19E-A1A7-E61C-B390764B4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5FD4BE-C11E-3DE1-8009-67E74E9C0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86038-8B2B-4316-B5D5-2FE82D900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25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448B65-9CFD-05DD-7C61-AEB6195F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174B7A-B696-2F09-15EA-0B2BD0EF1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A10F13-BAE4-644F-2637-97D7EC27D8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83C197-D85A-4467-AEF6-6BCE8FF31F27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E979FA-DE18-DF26-4C1A-95932D09F2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2DE292-553E-77AF-FDC7-553BD82D6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86038-8B2B-4316-B5D5-2FE82D900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08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2E94F2A-6EFB-EDBC-0D54-AF4D1C9E0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丁炜宸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7DE9D5-992C-06CB-05FF-0E78CEB576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301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526C81E-052C-D6AA-D943-D966E43A1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AB8D4D-4FEA-EE90-B4C6-9A1B358E644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29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69224EF-0DEF-9DDE-E76C-33829D282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82DFB8-45DA-ECDC-2EFC-10F1D3BF69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3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2D871AF-EC67-3FD7-9719-1907046CB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8051E9-F469-44D8-87FA-B9E24AD1CF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578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D0EB079-F347-AFD2-2F90-AC3821A0F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A86041-A35F-DBAD-11E7-6E2EE836E0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908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009E781-CF14-C653-0EC9-8AF076B0E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658842-E787-BFDA-0271-4959337D36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014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A201335-4866-47D5-A740-9558D5F94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基本测评平台（基线版本）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8DAA8A-D732-6385-6CC8-9D20B69F86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820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C79BCFA-29DB-E51B-4C84-01766B7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E8CCEB4-0FDB-CCFF-CFD6-7D74744B9C6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299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EC3DB2E-5243-187A-6D10-A587814A7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B9A5E76-E56C-94CB-2DE0-9C90CF8333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430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67AB649-8B09-BE66-C020-06F75E0CA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FEF272-5FB1-458C-CBA0-3FB6798D44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64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4997F1B-03DC-E323-C393-713D42D2E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5FDC13-A25F-870C-5CF4-FE0B7C3C15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181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7E909B6-1E6D-8FFA-0D8C-8188D92E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72A37A-6D1F-FEA6-9C66-E75BC5462DF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61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130E355-533D-BBD2-21DF-3024CC8D6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4274C3A-BFB7-FBB3-C30A-DDFD9C2A88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79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宽屏</PresentationFormat>
  <Paragraphs>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丁炜宸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基本测评平台（基线版本）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Dingdust</dc:creator>
  <cp:lastModifiedBy>Dingdust</cp:lastModifiedBy>
  <cp:revision>1</cp:revision>
  <dcterms:created xsi:type="dcterms:W3CDTF">2025-10-13T16:22:48Z</dcterms:created>
  <dcterms:modified xsi:type="dcterms:W3CDTF">2025-10-13T16:22:48Z</dcterms:modified>
</cp:coreProperties>
</file>