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B62A09-3C8B-718D-0E18-33BA7FE91E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4DC1751-EDDB-AB44-AC50-0C6C4E4654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7B1EF3-E882-4FC2-839D-7CA769393030}" type="datetimeFigureOut">
              <a:rPr lang="zh-CN" altLang="en-US" smtClean="0"/>
              <a:t>2025/10/14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F4483DF-933A-EF93-96D9-9C6FED06AE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8A5F26A-9834-B97C-721D-CD09D4E36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4004D-606D-4516-B82A-1DA07B79A3F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35564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8F1F10AF-077E-2DE0-0432-F623274AB1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C8669DE-66AC-B079-D36E-E49DEDB16B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58BDB12-4A5B-B151-9D1B-933D6CAE79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A7B1EF3-E882-4FC2-839D-7CA769393030}" type="datetimeFigureOut">
              <a:rPr lang="zh-CN" altLang="en-US" smtClean="0"/>
              <a:t>2025/10/14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E9EC8D2-6320-0019-C0D4-49440FFD0F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38F09C1-5C96-E8E3-954F-E1C077EE16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0E4004D-606D-4516-B82A-1DA07B79A3F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67389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6FBA5132-7A8C-E8BF-9B4D-18AA1473C5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olidFill>
                  <a:schemeClr val="tx1"/>
                </a:solidFill>
                <a:sym typeface="+mn-ea"/>
              </a:rPr>
              <a:t>项目总体计划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89870314-76A0-5FB7-E18A-770BADFF96B7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30308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910DAA52-16B9-6517-B63C-8991D24A17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3C81CF0-0B55-5284-CDC1-DEA6837A68D0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08386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8AB8FD12-CF6F-AC42-2803-393128E88E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7884FBF9-2382-878E-156B-FF9C5A8F7774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11507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D43AD2CC-316C-7BF0-1784-D05AC10DF5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6086A3E-ADA4-F789-591A-6DB6633DD057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62771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A8B87A6F-DC14-9740-9BE9-ECD68D829D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973A484D-454B-3AE8-9322-8EF5D992B492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86904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6B0B35AE-A791-D63B-788B-B2EC7668FA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173681FE-655C-9C77-8B2D-1EE04674A88A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67691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21BA07C0-5F8D-3411-6C18-79017CA878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B8BB4A73-3311-2C38-351E-7DC49A918AB5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35400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F4AE2085-4CE2-ABDC-9D2D-A8EFD9253D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9E31708C-232C-B17D-24DD-DB61EB168ECE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12974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7747EA75-D101-2DE5-CFF4-C169A5A9A7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A78DCC00-04FA-AC11-701E-3D42A1C8A38C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38330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946CD892-6EC0-DA66-82F5-60D0E844DA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D46BD5A0-F149-AB0D-87D4-457815586A1F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92235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5AAD2DB2-46DA-04AE-CB09-E039ADF075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B635CC1-FDBA-8C08-2392-283424418C3C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55692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54143B79-59D8-59EB-1251-36CB4EBDD8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06007A10-4DA5-4D73-8BAE-9FA1B411BF76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09674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3F74230E-563F-0BFF-3B10-47C27FAEFC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FAB3EDD-ED25-6828-CE2D-7C52BEF7A432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80739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1D3D6F0B-6CE6-3593-A9D4-6183624F4A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7C7BA507-B6B5-7D62-1275-E4E428DE9167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67484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868FDFD5-7580-5E3F-5223-206A40AF53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8DE6EC5-D790-260E-5ADC-39944392D797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47839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</Words>
  <Application>Microsoft Office PowerPoint</Application>
  <PresentationFormat>宽屏</PresentationFormat>
  <Paragraphs>1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19" baseType="lpstr">
      <vt:lpstr>等线</vt:lpstr>
      <vt:lpstr>等线 Light</vt:lpstr>
      <vt:lpstr>Arial</vt:lpstr>
      <vt:lpstr>Office 主题​​</vt:lpstr>
      <vt:lpstr>项目总体计划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Dingdust</dc:creator>
  <cp:lastModifiedBy>Dingdust</cp:lastModifiedBy>
  <cp:revision>1</cp:revision>
  <dcterms:created xsi:type="dcterms:W3CDTF">2025-10-13T16:27:46Z</dcterms:created>
  <dcterms:modified xsi:type="dcterms:W3CDTF">2025-10-13T16:27:46Z</dcterms:modified>
</cp:coreProperties>
</file>