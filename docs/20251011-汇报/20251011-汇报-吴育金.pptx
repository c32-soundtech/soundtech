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7C53F-3715-DD83-8AA6-6E80D8D35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90DCF43-16C7-3348-BB40-1612544C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BD5-02AF-46D5-A368-4BD7313A4AAD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4DCB2B-942C-529A-A1C7-D445B77B8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8BABBB-4281-6E97-F1F8-AD030AA8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D2DD-FE4D-4651-8D1D-73F35C6F11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91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064E257-CAEF-8B4E-3AFF-8594A891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8EA50-3E3C-18F3-EA03-E0872FCE6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A679E1-E8A5-6764-BA55-7C987AAC6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52BD5-02AF-46D5-A368-4BD7313A4AAD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0528BD-6A49-E69B-EBE0-7B29B5535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F50210-077B-5966-A3CE-9908D390C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0D2DD-FE4D-4651-8D1D-73F35C6F11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03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EA1CE92-9826-6602-A636-8445C3EE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AF4932-598C-D2FB-1394-ADCAF2139F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3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003EC97-1447-AA45-38BC-F1D86592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46A123-79BD-CE2A-6C7B-44D2AF9C33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1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DF0F5DA-F97E-D25D-394D-227C1133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ADAEA7-84CD-F7EA-E747-432F574F1C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96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6233B1D-5E45-20FD-0081-1ECDFDBAB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A434FE-49C8-D584-2FF2-3B3FDB30CF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BFC29DB-D142-0854-F468-ABCDD6B1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271B76-75AA-1D7F-696F-BFDB8C8BF2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13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C87E058-E99E-75C5-5DF8-7D201483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45347A-F38D-3E12-86DC-3391052228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3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3F803D6-2191-142A-37E8-E2033127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E2F1A7-949C-9E37-AC57-50B0F12067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2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0D2AABF-DF64-05E9-0554-A7484F2F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363A65-13EA-187C-15B8-3827F8C08C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2965A51-4E8E-8F1C-1E52-9627AE2C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1C8DBA-1682-13B5-6627-A452D684D1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8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3E373B4-7CFE-14A8-A824-5A36FAED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F916C3-01EF-99DE-C0D5-87A6429F37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0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AAB1871-9676-00DC-86BD-654E9A79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7D1CA4-D811-83DF-8AB4-8C504DDC27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99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Dingdust</dc:creator>
  <cp:lastModifiedBy>Dingdust</cp:lastModifiedBy>
  <cp:revision>1</cp:revision>
  <dcterms:created xsi:type="dcterms:W3CDTF">2025-10-13T16:30:05Z</dcterms:created>
  <dcterms:modified xsi:type="dcterms:W3CDTF">2025-10-13T16:30:05Z</dcterms:modified>
</cp:coreProperties>
</file>