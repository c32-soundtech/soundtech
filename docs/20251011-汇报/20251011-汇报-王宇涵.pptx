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E4F4C-0F9E-8860-06F0-3E9348326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E8503B-5BB6-7B84-C597-37E43069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2009D-4E93-4648-9190-D6CE8BD19AEC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7A4ABB-157F-EBEE-0016-6565A319A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152749-12BB-7212-D907-792D1BDB1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58184-D4D4-4E54-9BD4-9B5ACB5CCC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64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01014E-FBCE-E2C8-79A5-13A1C8AB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17F6F7-579D-C6A8-3205-E96CCCFA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2D6B4-F149-5BC6-C12D-76E7723DE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2009D-4E93-4648-9190-D6CE8BD19AEC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8DC6F4-904A-A347-CF72-8545FFF5D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C3556-5A1C-B5A4-03F4-A81CACBE1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58184-D4D4-4E54-9BD4-9B5ACB5CCC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37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C7FED7C-1A07-FAB2-CE12-4E89731D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王宇涵</a:t>
            </a:r>
            <a:endParaRPr lang="zh-CN" altLang="en-US" sz="3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6415C4-3438-09C9-54C2-611B989FAF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53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8CDFAC8-B9E1-5958-D6D4-0733A342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BA5F0E-DD26-BCA5-B302-A1D1366DB1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60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7D3E888-571C-5C9E-841A-36E3878F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/>
              <a:t>身份认证、访问控制及会话管理功能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8029F3-FBE9-345B-A349-A1D266B80B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5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0C6B1EF-1670-C6DA-A719-9FE7E75B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1800"/>
              <a:t>错题本功能</a:t>
            </a:r>
            <a:endParaRPr lang="zh-CN" altLang="en-US" sz="1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75B102-8EC3-5D7F-30AE-8CDCE0A897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37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7FD52A6-CBBB-87A8-52DD-11A277712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1800"/>
              <a:t>数据分析功能</a:t>
            </a:r>
            <a:endParaRPr lang="zh-CN" altLang="en-US" sz="1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2A1B24-02CD-2A4E-5237-0F144A41FA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1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5D2416F-09EB-E006-C378-C0FF092F9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1800"/>
              <a:t>遇到的问题</a:t>
            </a:r>
            <a:endParaRPr lang="zh-CN" altLang="en-US" sz="1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AD0D70-CAED-D7C4-14EE-7FD18F52D6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12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宽屏</PresentationFormat>
  <Paragraphs>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王宇涵</vt:lpstr>
      <vt:lpstr>PowerPoint 演示文稿</vt:lpstr>
      <vt:lpstr>身份认证、访问控制及会话管理功能</vt:lpstr>
      <vt:lpstr>错题本功能</vt:lpstr>
      <vt:lpstr>数据分析功能</vt:lpstr>
      <vt:lpstr>遇到的问题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Dingdust</dc:creator>
  <cp:lastModifiedBy>Dingdust</cp:lastModifiedBy>
  <cp:revision>1</cp:revision>
  <dcterms:created xsi:type="dcterms:W3CDTF">2025-10-13T16:27:06Z</dcterms:created>
  <dcterms:modified xsi:type="dcterms:W3CDTF">2025-10-13T16:27:06Z</dcterms:modified>
</cp:coreProperties>
</file>