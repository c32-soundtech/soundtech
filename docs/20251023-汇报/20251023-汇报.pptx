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39" d="100"/>
          <a:sy n="39" d="100"/>
        </p:scale>
        <p:origin x="54" y="2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72352-8B56-AE8E-44AD-F22C95DB6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智能</a:t>
            </a:r>
            <a:r>
              <a:rPr lang="en-US" altLang="zh-CN" dirty="0"/>
              <a:t>·</a:t>
            </a:r>
            <a:r>
              <a:rPr lang="zh-CN" altLang="en-US"/>
              <a:t>学习搭子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370A3C-C87E-8FC1-67A2-9F07BD73E5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649912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宽屏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WPS</vt:lpstr>
      <vt:lpstr>AI智能·学习搭子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丁炜宸</dc:creator>
  <cp:lastModifiedBy>Dingdust</cp:lastModifiedBy>
  <cp:revision>5</cp:revision>
  <dcterms:created xsi:type="dcterms:W3CDTF">2023-08-09T12:44:00Z</dcterms:created>
  <dcterms:modified xsi:type="dcterms:W3CDTF">2025-10-20T08:00:49Z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